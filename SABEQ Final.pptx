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59" r:id="rId5"/>
    <p:sldId id="272" r:id="rId6"/>
    <p:sldId id="271" r:id="rId7"/>
    <p:sldId id="262" r:id="rId8"/>
    <p:sldId id="261" r:id="rId9"/>
    <p:sldId id="260" r:id="rId10"/>
    <p:sldId id="263" r:id="rId11"/>
    <p:sldId id="264" r:id="rId12"/>
    <p:sldId id="265" r:id="rId13"/>
    <p:sldId id="266" r:id="rId14"/>
    <p:sldId id="267" r:id="rId15"/>
    <p:sldId id="268" r:id="rId16"/>
    <p:sldId id="273" r:id="rId17"/>
    <p:sldId id="269"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1" dt="2026-10-12T17:27:43.920"/>
    <p1510:client id="{0DF3533E-9924-4580-445F-B0EFAE265646}" v="297" dt="2026-10-11T17:34:46.053"/>
    <p1510:client id="{321AA64F-7580-C217-42AB-AE5FEAEE924E}" v="249" dt="2026-10-11T17:48:20.321"/>
    <p1510:client id="{37E241BE-F683-DA1B-B194-8A8BBA9F0C8B}" v="46" dt="2026-10-12T17:25:53.710"/>
    <p1510:client id="{E7EF70DE-B9DD-195C-29F9-CFD0A2DDA781}" v="11" dt="2026-10-12T15:40:29.503"/>
    <p1510:client id="{F856629B-76C9-0B0D-74D8-4CD58CC324F7}" v="1" dt="2026-10-12T15:20:17.353"/>
    <p1510:client id="{FE9FECFC-27B2-F4D8-DBBB-1BE2456A497F}" v="2" dt="2026-10-12T15:32:18.1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p:restoredTop sz="94645"/>
  </p:normalViewPr>
  <p:slideViewPr>
    <p:cSldViewPr snapToGrid="0">
      <p:cViewPr varScale="1">
        <p:scale>
          <a:sx n="186" d="100"/>
          <a:sy n="186" d="100"/>
        </p:scale>
        <p:origin x="312" y="8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ee3ec1fe0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3ee3ec1fe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e3ec1fe0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e3ec1fe0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ee3ec1fe0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ee3ec1fe0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e3ec1fe0a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e3ec1fe0a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ee3ec1fe0a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ee3ec1fe0a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ee3ec1fe0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ee3ec1fe0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ee3ec1fe0a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ee3ec1fe0a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ee3ec1fe0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ee3ec1fe0a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ee3ec1fe0a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ee3ec1fe0a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ee3ec1fe0a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ee3ec1fe0a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e3ec1fe0a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e3ec1fe0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ee3ec1fe0a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ee3ec1fe0a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ee3ec1fe0a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ee3ec1fe0a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EF61017D-F060-8F3A-4506-F64ECBC0C9A5}"/>
            </a:ext>
          </a:extLst>
        </p:cNvPr>
        <p:cNvGrpSpPr/>
        <p:nvPr/>
      </p:nvGrpSpPr>
      <p:grpSpPr>
        <a:xfrm>
          <a:off x="0" y="0"/>
          <a:ext cx="0" cy="0"/>
          <a:chOff x="0" y="0"/>
          <a:chExt cx="0" cy="0"/>
        </a:xfrm>
      </p:grpSpPr>
      <p:sp>
        <p:nvSpPr>
          <p:cNvPr id="202" name="Google Shape;202;g3ee3ec1fe0a_0_166:notes">
            <a:extLst>
              <a:ext uri="{FF2B5EF4-FFF2-40B4-BE49-F238E27FC236}">
                <a16:creationId xmlns:a16="http://schemas.microsoft.com/office/drawing/2014/main" id="{BE674DCD-ACD2-0B0E-DC99-EF14C6B0E5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ee3ec1fe0a_0_166:notes">
            <a:extLst>
              <a:ext uri="{FF2B5EF4-FFF2-40B4-BE49-F238E27FC236}">
                <a16:creationId xmlns:a16="http://schemas.microsoft.com/office/drawing/2014/main" id="{943A787A-11B9-EBFE-26FE-FAF43D9BE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63972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ee3ec1fe0a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ee3ec1fe0a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
        <p:cNvGrpSpPr/>
        <p:nvPr/>
      </p:nvGrpSpPr>
      <p:grpSpPr>
        <a:xfrm>
          <a:off x="0" y="0"/>
          <a:ext cx="0" cy="0"/>
          <a:chOff x="0" y="0"/>
          <a:chExt cx="0" cy="0"/>
        </a:xfrm>
      </p:grpSpPr>
      <p:sp>
        <p:nvSpPr>
          <p:cNvPr id="7" name="Google Shape;7;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8" name="Google Shape;8;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9" name="Google Shape;9;p2" title="hglsn.png"/>
          <p:cNvPicPr preferRelativeResize="0"/>
          <p:nvPr/>
        </p:nvPicPr>
        <p:blipFill rotWithShape="1">
          <a:blip r:embed="rId2">
            <a:alphaModFix/>
          </a:blip>
          <a:srcRect l="35846" t="2629" r="25951"/>
          <a:stretch/>
        </p:blipFill>
        <p:spPr>
          <a:xfrm>
            <a:off x="-144000" y="-122975"/>
            <a:ext cx="9445627" cy="52664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
        <p:cNvGrpSpPr/>
        <p:nvPr/>
      </p:nvGrpSpPr>
      <p:grpSpPr>
        <a:xfrm>
          <a:off x="0" y="0"/>
          <a:ext cx="0" cy="0"/>
          <a:chOff x="0" y="0"/>
          <a:chExt cx="0" cy="0"/>
        </a:xfrm>
      </p:grpSpPr>
      <p:sp>
        <p:nvSpPr>
          <p:cNvPr id="11" name="Google Shape;11;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3035200" y="1705250"/>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15" name="Google Shape;15;p4"/>
          <p:cNvSpPr txBox="1">
            <a:spLocks noGrp="1"/>
          </p:cNvSpPr>
          <p:nvPr>
            <p:ph type="body" idx="1"/>
          </p:nvPr>
        </p:nvSpPr>
        <p:spPr>
          <a:xfrm>
            <a:off x="-1838425" y="-1302250"/>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6" name="Google Shape;16;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
        <p:cNvGrpSpPr/>
        <p:nvPr/>
      </p:nvGrpSpPr>
      <p:grpSpPr>
        <a:xfrm>
          <a:off x="0" y="0"/>
          <a:ext cx="0" cy="0"/>
          <a:chOff x="0" y="0"/>
          <a:chExt cx="0" cy="0"/>
        </a:xfrm>
      </p:grpSpPr>
      <p:sp>
        <p:nvSpPr>
          <p:cNvPr id="18" name="Google Shape;18;p5"/>
          <p:cNvSpPr txBox="1">
            <a:spLocks noGrp="1"/>
          </p:cNvSpPr>
          <p:nvPr>
            <p:ph type="title"/>
          </p:nvPr>
        </p:nvSpPr>
        <p:spPr>
          <a:xfrm>
            <a:off x="3035200" y="1705250"/>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19" name="Google Shape;19;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0" name="Google Shape;20;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035200" y="1705250"/>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ctr" anchorCtr="0">
            <a:no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4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ctr" anchorCtr="0">
            <a:no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ABEQ_DARK">
    <p:bg>
      <p:bgPr>
        <a:solidFill>
          <a:srgbClr val="171719"/>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764524" y="4869180"/>
            <a:ext cx="600000" cy="225000"/>
          </a:xfrm>
          <a:prstGeom prst="rect">
            <a:avLst/>
          </a:prstGeom>
          <a:extLst>
            <a:ext uri="{C572A759-6A51-4108-AA02-DFA0A04FC94B}">
              <ma14:wrappingTextBoxFlag xmlns="" xmlns:ma14="http://schemas.microsoft.com/office/mac/drawingml/2011/main" val="0"/>
            </a:ext>
          </a:extLst>
        </p:spPr>
        <p:txBody>
          <a:bodyPr/>
          <a:lstStyle>
            <a:lvl1pPr>
              <a:defRPr sz="525">
                <a:solidFill>
                  <a:srgbClr val="69696F"/>
                </a:solidFill>
                <a:latin typeface="Tahoma"/>
                <a:ea typeface="Tahoma"/>
                <a:cs typeface="Tahoma"/>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1551691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6E7DC"/>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png"/><Relationship Id="rId5"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0"/>
        <p:cNvGrpSpPr/>
        <p:nvPr/>
      </p:nvGrpSpPr>
      <p:grpSpPr>
        <a:xfrm>
          <a:off x="0" y="0"/>
          <a:ext cx="0" cy="0"/>
          <a:chOff x="0" y="0"/>
          <a:chExt cx="0" cy="0"/>
        </a:xfrm>
      </p:grpSpPr>
      <p:pic>
        <p:nvPicPr>
          <p:cNvPr id="105" name="Cover photo 105"/>
          <p:cNvPicPr>
            <a:picLocks noChangeAspect="1"/>
          </p:cNvPicPr>
          <p:nvPr/>
        </p:nvPicPr>
        <p:blipFill>
          <a:blip r:embed="rId4"/>
          <a:srcRect t="11000" b="11700"/>
          <a:stretch>
            <a:fillRect/>
          </a:stretch>
        </p:blipFill>
        <p:spPr>
          <a:xfrm>
            <a:off x="457200" y="457200"/>
            <a:ext cx="3108960" cy="4224528"/>
          </a:xfrm>
          <a:prstGeom prst="roundRect">
            <a:avLst>
              <a:gd name="adj" fmla="val 5882"/>
            </a:avLst>
          </a:prstGeom>
          <a:ln w="9525">
            <a:solidFill>
              <a:srgbClr val="FFFFFF">
                <a:alpha val="18000"/>
              </a:srgbClr>
            </a:solidFill>
          </a:ln>
        </p:spPr>
      </p:pic>
      <p:pic>
        <p:nvPicPr>
          <p:cNvPr id="106" name="Logo Expo 106"/>
          <p:cNvPicPr>
            <a:picLocks noChangeAspect="1"/>
          </p:cNvPicPr>
          <p:nvPr/>
        </p:nvPicPr>
        <p:blipFill>
          <a:blip r:embed="rId5"/>
          <a:srcRect l="14448" t="33687" r="14448" b="33690"/>
          <a:stretch>
            <a:fillRect/>
          </a:stretch>
        </p:blipFill>
        <p:spPr>
          <a:xfrm>
            <a:off x="5257800" y="475488"/>
            <a:ext cx="932688" cy="429768"/>
          </a:xfrm>
          <a:prstGeom prst="rect">
            <a:avLst/>
          </a:prstGeom>
          <a:ln>
            <a:noFill/>
          </a:ln>
        </p:spPr>
      </p:pic>
      <p:sp>
        <p:nvSpPr>
          <p:cNvPr id="107" name="Divider 107"/>
          <p:cNvSpPr/>
          <p:nvPr/>
        </p:nvSpPr>
        <p:spPr>
          <a:xfrm>
            <a:off x="6382512" y="475488"/>
            <a:ext cx="9144" cy="429768"/>
          </a:xfrm>
          <a:prstGeom prst="rect">
            <a:avLst/>
          </a:prstGeom>
          <a:solidFill>
            <a:srgbClr val="FFFFFF">
              <a:alpha val="25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08" name="Logo Misk 108"/>
          <p:cNvPicPr>
            <a:picLocks noChangeAspect="1"/>
          </p:cNvPicPr>
          <p:nvPr/>
        </p:nvPicPr>
        <p:blipFill>
          <a:blip r:embed="rId6"/>
          <a:stretch>
            <a:fillRect/>
          </a:stretch>
        </p:blipFill>
        <p:spPr>
          <a:xfrm>
            <a:off x="6565392" y="402336"/>
            <a:ext cx="1042416" cy="576072"/>
          </a:xfrm>
          <a:prstGeom prst="rect">
            <a:avLst/>
          </a:prstGeom>
          <a:ln>
            <a:noFill/>
          </a:ln>
        </p:spPr>
      </p:pic>
      <p:sp>
        <p:nvSpPr>
          <p:cNvPr id="109" name="Divider 109"/>
          <p:cNvSpPr/>
          <p:nvPr/>
        </p:nvSpPr>
        <p:spPr>
          <a:xfrm>
            <a:off x="7790688" y="475488"/>
            <a:ext cx="9144" cy="429768"/>
          </a:xfrm>
          <a:prstGeom prst="rect">
            <a:avLst/>
          </a:prstGeom>
          <a:solidFill>
            <a:srgbClr val="FFFFFF">
              <a:alpha val="25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10" name="Logo Tuwaiq 110"/>
          <p:cNvPicPr>
            <a:picLocks noChangeAspect="1"/>
          </p:cNvPicPr>
          <p:nvPr/>
        </p:nvPicPr>
        <p:blipFill>
          <a:blip r:embed="rId7"/>
          <a:stretch>
            <a:fillRect/>
          </a:stretch>
        </p:blipFill>
        <p:spPr>
          <a:xfrm>
            <a:off x="7973568" y="457200"/>
            <a:ext cx="713232" cy="466344"/>
          </a:xfrm>
          <a:prstGeom prst="rect">
            <a:avLst/>
          </a:prstGeom>
          <a:ln>
            <a:noFill/>
          </a:ln>
        </p:spPr>
      </p:pic>
      <p:sp>
        <p:nvSpPr>
          <p:cNvPr id="101" name="Tagline 101"/>
          <p:cNvSpPr txBox="1"/>
          <p:nvPr/>
        </p:nvSpPr>
        <p:spPr>
          <a:xfrm>
            <a:off x="3931920" y="1417320"/>
            <a:ext cx="4754880"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5F5F8"/>
                </a:solidFill>
                <a:latin typeface="Tajawal"/>
                <a:ea typeface="Tajawal"/>
                <a:cs typeface="Tajawal"/>
              </a:rPr>
              <a:t>إدراك</a:t>
            </a:r>
            <a:r>
              <a:rPr lang="ar-SA" sz="1300" b="0" dirty="0">
                <a:solidFill>
                  <a:srgbClr val="FF4D6D"/>
                </a:solidFill>
                <a:latin typeface="Tajawal"/>
                <a:ea typeface="Tajawal"/>
                <a:cs typeface="Tajawal"/>
              </a:rPr>
              <a:t>  •  </a:t>
            </a:r>
            <a:r>
              <a:rPr lang="ar-SA" sz="1300" b="1" dirty="0">
                <a:solidFill>
                  <a:srgbClr val="F5F5F8"/>
                </a:solidFill>
                <a:latin typeface="Tajawal"/>
                <a:ea typeface="Tajawal"/>
                <a:cs typeface="Tajawal"/>
              </a:rPr>
              <a:t>قرار</a:t>
            </a:r>
            <a:r>
              <a:rPr lang="ar-SA" sz="1300" b="0" dirty="0">
                <a:solidFill>
                  <a:srgbClr val="FF4D6D"/>
                </a:solidFill>
                <a:latin typeface="Tajawal"/>
                <a:ea typeface="Tajawal"/>
                <a:cs typeface="Tajawal"/>
              </a:rPr>
              <a:t>  •  </a:t>
            </a:r>
            <a:r>
              <a:rPr lang="ar-SA" sz="1300" b="1" dirty="0">
                <a:solidFill>
                  <a:srgbClr val="F5F5F8"/>
                </a:solidFill>
                <a:latin typeface="Tajawal"/>
                <a:ea typeface="Tajawal"/>
                <a:cs typeface="Tajawal"/>
              </a:rPr>
              <a:t>تنفيذ</a:t>
            </a:r>
            <a:endParaRPr lang="ar-SA" sz="1200" dirty="0"/>
          </a:p>
        </p:txBody>
      </p:sp>
      <p:sp>
        <p:nvSpPr>
          <p:cNvPr id="102" name="Cover title 102"/>
          <p:cNvSpPr txBox="1"/>
          <p:nvPr/>
        </p:nvSpPr>
        <p:spPr>
          <a:xfrm>
            <a:off x="2743200" y="1783080"/>
            <a:ext cx="5943600" cy="1143000"/>
          </a:xfrm>
          <a:prstGeom prst="rect">
            <a:avLst/>
          </a:prstGeom>
          <a:noFill/>
          <a:ln>
            <a:noFill/>
          </a:ln>
        </p:spPr>
        <p:txBody>
          <a:bodyPr wrap="square" lIns="0" tIns="0" rIns="0" bIns="0" rtlCol="0" anchor="ctr">
            <a:noAutofit/>
          </a:bodyPr>
          <a:lstStyle/>
          <a:p>
            <a:pPr marL="0" indent="0" algn="r" rtl="1">
              <a:lnSpc>
                <a:spcPct val="90000"/>
              </a:lnSpc>
              <a:spcBef>
                <a:spcPts val="0"/>
              </a:spcBef>
              <a:spcAft>
                <a:spcPts val="0"/>
              </a:spcAft>
              <a:buNone/>
            </a:pPr>
            <a:r>
              <a:rPr lang="ar-SA" sz="7900" b="1" dirty="0">
                <a:solidFill>
                  <a:srgbClr val="F5F5F8"/>
                </a:solidFill>
                <a:latin typeface="Tajawal"/>
                <a:ea typeface="Tajawal"/>
                <a:cs typeface="Tajawal"/>
              </a:rPr>
              <a:t>سابق</a:t>
            </a:r>
            <a:endParaRPr lang="ar-SA" sz="1200" dirty="0"/>
          </a:p>
        </p:txBody>
      </p:sp>
      <p:sp>
        <p:nvSpPr>
          <p:cNvPr id="103" name="Cover latin 103"/>
          <p:cNvSpPr txBox="1"/>
          <p:nvPr/>
        </p:nvSpPr>
        <p:spPr>
          <a:xfrm>
            <a:off x="2743200" y="2880360"/>
            <a:ext cx="594360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2000" b="1" dirty="0">
                <a:solidFill>
                  <a:srgbClr val="8F82F5"/>
                </a:solidFill>
                <a:latin typeface="Tajawal"/>
                <a:ea typeface="Tajawal"/>
                <a:cs typeface="Tajawal"/>
              </a:rPr>
              <a:t>SABEQ</a:t>
            </a:r>
            <a:endParaRPr lang="ar-SA" sz="1200" dirty="0"/>
          </a:p>
        </p:txBody>
      </p:sp>
      <p:sp>
        <p:nvSpPr>
          <p:cNvPr id="104" name="Cover sub 104"/>
          <p:cNvSpPr txBox="1"/>
          <p:nvPr/>
        </p:nvSpPr>
        <p:spPr>
          <a:xfrm>
            <a:off x="3749040" y="3310128"/>
            <a:ext cx="4937760" cy="566928"/>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300" b="0" dirty="0">
                <a:solidFill>
                  <a:srgbClr val="B4B1CC"/>
                </a:solidFill>
                <a:latin typeface="Tajawal"/>
                <a:ea typeface="Tajawal"/>
                <a:cs typeface="Tajawal"/>
              </a:rPr>
              <a:t>نظام درون ذاتي يفتح الطريق أمام مركبات الطوارئ داخل إكسبو 2030 الرياض</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700"/>
                                        <p:tgtEl>
                                          <p:spTgt spid="1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6"/>
                                        </p:tgtEl>
                                        <p:attrNameLst>
                                          <p:attrName>style.visibility</p:attrName>
                                        </p:attrNameLst>
                                      </p:cBhvr>
                                      <p:to>
                                        <p:strVal val="visible"/>
                                      </p:to>
                                    </p:set>
                                    <p:animEffect transition="in" filter="fade">
                                      <p:cBhvr>
                                        <p:cTn id="10" dur="700"/>
                                        <p:tgtEl>
                                          <p:spTgt spid="1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animEffect transition="in" filter="fade">
                                      <p:cBhvr>
                                        <p:cTn id="13" dur="700"/>
                                        <p:tgtEl>
                                          <p:spTgt spid="10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8"/>
                                        </p:tgtEl>
                                        <p:attrNameLst>
                                          <p:attrName>style.visibility</p:attrName>
                                        </p:attrNameLst>
                                      </p:cBhvr>
                                      <p:to>
                                        <p:strVal val="visible"/>
                                      </p:to>
                                    </p:set>
                                    <p:animEffect transition="in" filter="fade">
                                      <p:cBhvr>
                                        <p:cTn id="16" dur="700"/>
                                        <p:tgtEl>
                                          <p:spTgt spid="10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700"/>
                                        <p:tgtEl>
                                          <p:spTgt spid="10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0"/>
                                        </p:tgtEl>
                                        <p:attrNameLst>
                                          <p:attrName>style.visibility</p:attrName>
                                        </p:attrNameLst>
                                      </p:cBhvr>
                                      <p:to>
                                        <p:strVal val="visible"/>
                                      </p:to>
                                    </p:set>
                                    <p:animEffect transition="in" filter="fade">
                                      <p:cBhvr>
                                        <p:cTn id="22" dur="700"/>
                                        <p:tgtEl>
                                          <p:spTgt spid="1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1"/>
                                        </p:tgtEl>
                                        <p:attrNameLst>
                                          <p:attrName>style.visibility</p:attrName>
                                        </p:attrNameLst>
                                      </p:cBhvr>
                                      <p:to>
                                        <p:strVal val="visible"/>
                                      </p:to>
                                    </p:set>
                                    <p:animEffect transition="in" filter="fade">
                                      <p:cBhvr>
                                        <p:cTn id="25" dur="700"/>
                                        <p:tgtEl>
                                          <p:spTgt spid="101"/>
                                        </p:tgtEl>
                                      </p:cBhvr>
                                    </p:animEffect>
                                  </p:childTnLst>
                                </p:cTn>
                              </p:par>
                              <p:par>
                                <p:cTn id="26" presetID="42" presetClass="entr" presetSubtype="0" fill="hold" grpId="0" nodeType="withEffect">
                                  <p:stCondLst>
                                    <p:cond delay="150"/>
                                  </p:stCondLst>
                                  <p:childTnLst>
                                    <p:set>
                                      <p:cBhvr>
                                        <p:cTn id="27" dur="1" fill="hold">
                                          <p:stCondLst>
                                            <p:cond delay="0"/>
                                          </p:stCondLst>
                                        </p:cTn>
                                        <p:tgtEl>
                                          <p:spTgt spid="102"/>
                                        </p:tgtEl>
                                        <p:attrNameLst>
                                          <p:attrName>style.visibility</p:attrName>
                                        </p:attrNameLst>
                                      </p:cBhvr>
                                      <p:to>
                                        <p:strVal val="visible"/>
                                      </p:to>
                                    </p:set>
                                    <p:animEffect transition="in" filter="fade">
                                      <p:cBhvr>
                                        <p:cTn id="28" dur="600"/>
                                        <p:tgtEl>
                                          <p:spTgt spid="102"/>
                                        </p:tgtEl>
                                      </p:cBhvr>
                                    </p:animEffect>
                                    <p:anim calcmode="lin" valueType="num">
                                      <p:cBhvr>
                                        <p:cTn id="29" dur="600" fill="hold">
                                          <p:stCondLst>
                                            <p:cond delay="0"/>
                                          </p:stCondLst>
                                        </p:cTn>
                                        <p:tgtEl>
                                          <p:spTgt spid="102"/>
                                        </p:tgtEl>
                                        <p:attrNameLst>
                                          <p:attrName>ppt_x</p:attrName>
                                        </p:attrNameLst>
                                      </p:cBhvr>
                                      <p:tavLst>
                                        <p:tav tm="0">
                                          <p:val>
                                            <p:strVal val="#ppt_x"/>
                                          </p:val>
                                        </p:tav>
                                        <p:tav tm="100000">
                                          <p:val>
                                            <p:strVal val="#ppt_x"/>
                                          </p:val>
                                        </p:tav>
                                      </p:tavLst>
                                    </p:anim>
                                    <p:anim calcmode="lin" valueType="num">
                                      <p:cBhvr>
                                        <p:cTn id="30" dur="600" decel="100000" fill="hold">
                                          <p:stCondLst>
                                            <p:cond delay="0"/>
                                          </p:stCondLst>
                                        </p:cTn>
                                        <p:tgtEl>
                                          <p:spTgt spid="102"/>
                                        </p:tgtEl>
                                        <p:attrNameLst>
                                          <p:attrName>ppt_y</p:attrName>
                                        </p:attrNameLst>
                                      </p:cBhvr>
                                      <p:tavLst>
                                        <p:tav tm="0">
                                          <p:val>
                                            <p:strVal val="#ppt_y+0.04"/>
                                          </p:val>
                                        </p:tav>
                                        <p:tav tm="100000">
                                          <p:val>
                                            <p:strVal val="#ppt_y"/>
                                          </p:val>
                                        </p:tav>
                                      </p:tavLst>
                                    </p:anim>
                                  </p:childTnLst>
                                </p:cTn>
                              </p:par>
                              <p:par>
                                <p:cTn id="31" presetID="10" presetClass="entr" presetSubtype="0" fill="hold" grpId="0" nodeType="withEffect">
                                  <p:stCondLst>
                                    <p:cond delay="450"/>
                                  </p:stCondLst>
                                  <p:childTnLst>
                                    <p:set>
                                      <p:cBhvr>
                                        <p:cTn id="32" dur="1" fill="hold">
                                          <p:stCondLst>
                                            <p:cond delay="0"/>
                                          </p:stCondLst>
                                        </p:cTn>
                                        <p:tgtEl>
                                          <p:spTgt spid="103"/>
                                        </p:tgtEl>
                                        <p:attrNameLst>
                                          <p:attrName>style.visibility</p:attrName>
                                        </p:attrNameLst>
                                      </p:cBhvr>
                                      <p:to>
                                        <p:strVal val="visible"/>
                                      </p:to>
                                    </p:set>
                                    <p:animEffect transition="in" filter="fade">
                                      <p:cBhvr>
                                        <p:cTn id="33" dur="700"/>
                                        <p:tgtEl>
                                          <p:spTgt spid="103"/>
                                        </p:tgtEl>
                                      </p:cBhvr>
                                    </p:animEffect>
                                  </p:childTnLst>
                                </p:cTn>
                              </p:par>
                              <p:par>
                                <p:cTn id="34" presetID="10" presetClass="entr" presetSubtype="0" fill="hold" grpId="0" nodeType="withEffect">
                                  <p:stCondLst>
                                    <p:cond delay="450"/>
                                  </p:stCondLst>
                                  <p:childTnLst>
                                    <p:set>
                                      <p:cBhvr>
                                        <p:cTn id="35" dur="1" fill="hold">
                                          <p:stCondLst>
                                            <p:cond delay="0"/>
                                          </p:stCondLst>
                                        </p:cTn>
                                        <p:tgtEl>
                                          <p:spTgt spid="104"/>
                                        </p:tgtEl>
                                        <p:attrNameLst>
                                          <p:attrName>style.visibility</p:attrName>
                                        </p:attrNameLst>
                                      </p:cBhvr>
                                      <p:to>
                                        <p:strVal val="visible"/>
                                      </p:to>
                                    </p:set>
                                    <p:animEffect transition="in" filter="fade">
                                      <p:cBhvr>
                                        <p:cTn id="36" dur="7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6" grpId="0" animBg="1"/>
      <p:bldP spid="107" grpId="0" animBg="1"/>
      <p:bldP spid="108" grpId="0" animBg="1"/>
      <p:bldP spid="109" grpId="0" animBg="1"/>
      <p:bldP spid="110" grpId="0" animBg="1"/>
      <p:bldP spid="101" grpId="0" animBg="1"/>
      <p:bldP spid="102" grpId="0" animBg="1"/>
      <p:bldP spid="103" grpId="0" animBg="1"/>
      <p:bldP spid="10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111" name="Kicker 111"/>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02</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الفريق</a:t>
            </a:r>
            <a:endParaRPr lang="ar-SA" sz="1200" dirty="0"/>
          </a:p>
        </p:txBody>
      </p:sp>
      <p:sp>
        <p:nvSpPr>
          <p:cNvPr id="112" name="Title 112"/>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أعضاء الفريق</a:t>
            </a:r>
            <a:endParaRPr lang="ar-SA" sz="1200" dirty="0"/>
          </a:p>
        </p:txBody>
      </p:sp>
      <p:sp>
        <p:nvSpPr>
          <p:cNvPr id="113" name="Member card 113"/>
          <p:cNvSpPr/>
          <p:nvPr/>
        </p:nvSpPr>
        <p:spPr>
          <a:xfrm>
            <a:off x="7187184" y="1600200"/>
            <a:ext cx="1499616" cy="1920240"/>
          </a:xfrm>
          <a:prstGeom prst="roundRect">
            <a:avLst>
              <a:gd name="adj" fmla="val 975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14" name="Avatar 114"/>
          <p:cNvSpPr/>
          <p:nvPr/>
        </p:nvSpPr>
        <p:spPr>
          <a:xfrm>
            <a:off x="7479792" y="1892808"/>
            <a:ext cx="914400" cy="914400"/>
          </a:xfrm>
          <a:prstGeom prst="ellipse">
            <a:avLst/>
          </a:prstGeom>
          <a:gradFill rotWithShape="1">
            <a:gsLst>
              <a:gs pos="0">
                <a:srgbClr val="8F82F5">
                  <a:alpha val="85000"/>
                </a:srgbClr>
              </a:gs>
              <a:gs pos="100000">
                <a:srgbClr val="FF4D6D">
                  <a:alpha val="85000"/>
                </a:srgbClr>
              </a:gs>
            </a:gsLst>
            <a:lin ang="2700000" scaled="0"/>
          </a:gradFill>
          <a:ln w="12700">
            <a:solidFill>
              <a:srgbClr val="FFFFFF">
                <a:alpha val="30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15" name="Avatar icon 115"/>
          <p:cNvPicPr>
            <a:picLocks noChangeAspect="1"/>
          </p:cNvPicPr>
          <p:nvPr/>
        </p:nvPicPr>
        <p:blipFill>
          <a:blip r:embed="rId4"/>
          <a:stretch>
            <a:fillRect/>
          </a:stretch>
        </p:blipFill>
        <p:spPr>
          <a:xfrm>
            <a:off x="7708392" y="2121408"/>
            <a:ext cx="457200" cy="457200"/>
          </a:xfrm>
          <a:prstGeom prst="rect">
            <a:avLst/>
          </a:prstGeom>
          <a:ln>
            <a:noFill/>
          </a:ln>
        </p:spPr>
      </p:pic>
      <p:sp>
        <p:nvSpPr>
          <p:cNvPr id="116" name="Name 116"/>
          <p:cNvSpPr txBox="1"/>
          <p:nvPr/>
        </p:nvSpPr>
        <p:spPr>
          <a:xfrm>
            <a:off x="7260336" y="2926080"/>
            <a:ext cx="1353312" cy="457200"/>
          </a:xfrm>
          <a:prstGeom prst="rect">
            <a:avLst/>
          </a:prstGeom>
          <a:noFill/>
          <a:ln>
            <a:noFill/>
          </a:ln>
        </p:spPr>
        <p:txBody>
          <a:bodyPr wrap="square" lIns="0" tIns="0" rIns="0" bIns="0" rtlCol="0" anchor="t">
            <a:noAutofit/>
          </a:bodyPr>
          <a:lstStyle/>
          <a:p>
            <a:pPr marL="0" indent="0" algn="ctr" rtl="1">
              <a:lnSpc>
                <a:spcPct val="100000"/>
              </a:lnSpc>
              <a:spcBef>
                <a:spcPts val="0"/>
              </a:spcBef>
              <a:spcAft>
                <a:spcPts val="0"/>
              </a:spcAft>
              <a:buNone/>
            </a:pPr>
            <a:r>
              <a:rPr lang="ar-SA" sz="1150" b="1" dirty="0">
                <a:solidFill>
                  <a:srgbClr val="F5F5F8"/>
                </a:solidFill>
                <a:latin typeface="Tajawal"/>
                <a:ea typeface="Tajawal"/>
                <a:cs typeface="Tajawal"/>
              </a:rPr>
              <a:t>عبدالله النشوان</a:t>
            </a:r>
            <a:endParaRPr lang="ar-SA" sz="1200" dirty="0"/>
          </a:p>
        </p:txBody>
      </p:sp>
      <p:sp>
        <p:nvSpPr>
          <p:cNvPr id="117" name="Member card 117"/>
          <p:cNvSpPr/>
          <p:nvPr/>
        </p:nvSpPr>
        <p:spPr>
          <a:xfrm>
            <a:off x="5504688" y="1600200"/>
            <a:ext cx="1499616" cy="1920240"/>
          </a:xfrm>
          <a:prstGeom prst="roundRect">
            <a:avLst>
              <a:gd name="adj" fmla="val 975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18" name="Avatar 118"/>
          <p:cNvSpPr/>
          <p:nvPr/>
        </p:nvSpPr>
        <p:spPr>
          <a:xfrm>
            <a:off x="5797296" y="1892808"/>
            <a:ext cx="914400" cy="914400"/>
          </a:xfrm>
          <a:prstGeom prst="ellipse">
            <a:avLst/>
          </a:prstGeom>
          <a:gradFill rotWithShape="1">
            <a:gsLst>
              <a:gs pos="0">
                <a:srgbClr val="8F82F5">
                  <a:alpha val="85000"/>
                </a:srgbClr>
              </a:gs>
              <a:gs pos="100000">
                <a:srgbClr val="FF4D6D">
                  <a:alpha val="85000"/>
                </a:srgbClr>
              </a:gs>
            </a:gsLst>
            <a:lin ang="2700000" scaled="0"/>
          </a:gradFill>
          <a:ln w="12700">
            <a:solidFill>
              <a:srgbClr val="FFFFFF">
                <a:alpha val="30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19" name="Avatar icon 119"/>
          <p:cNvPicPr>
            <a:picLocks noChangeAspect="1"/>
          </p:cNvPicPr>
          <p:nvPr/>
        </p:nvPicPr>
        <p:blipFill>
          <a:blip r:embed="rId4"/>
          <a:stretch>
            <a:fillRect/>
          </a:stretch>
        </p:blipFill>
        <p:spPr>
          <a:xfrm>
            <a:off x="6025896" y="2121408"/>
            <a:ext cx="457200" cy="457200"/>
          </a:xfrm>
          <a:prstGeom prst="rect">
            <a:avLst/>
          </a:prstGeom>
          <a:ln>
            <a:noFill/>
          </a:ln>
        </p:spPr>
      </p:pic>
      <p:sp>
        <p:nvSpPr>
          <p:cNvPr id="120" name="Name 120"/>
          <p:cNvSpPr txBox="1"/>
          <p:nvPr/>
        </p:nvSpPr>
        <p:spPr>
          <a:xfrm>
            <a:off x="5577840" y="2926080"/>
            <a:ext cx="1353312" cy="457200"/>
          </a:xfrm>
          <a:prstGeom prst="rect">
            <a:avLst/>
          </a:prstGeom>
          <a:noFill/>
          <a:ln>
            <a:noFill/>
          </a:ln>
        </p:spPr>
        <p:txBody>
          <a:bodyPr wrap="square" lIns="0" tIns="0" rIns="0" bIns="0" rtlCol="0" anchor="t">
            <a:noAutofit/>
          </a:bodyPr>
          <a:lstStyle/>
          <a:p>
            <a:pPr marL="0" indent="0" algn="ctr" rtl="1">
              <a:lnSpc>
                <a:spcPct val="100000"/>
              </a:lnSpc>
              <a:spcBef>
                <a:spcPts val="0"/>
              </a:spcBef>
              <a:spcAft>
                <a:spcPts val="0"/>
              </a:spcAft>
              <a:buNone/>
            </a:pPr>
            <a:r>
              <a:rPr lang="ar-SA" sz="1150" b="1" dirty="0">
                <a:solidFill>
                  <a:srgbClr val="F5F5F8"/>
                </a:solidFill>
                <a:latin typeface="Tajawal"/>
                <a:ea typeface="Tajawal"/>
                <a:cs typeface="Tajawal"/>
              </a:rPr>
              <a:t>عبدالعزيز بن شبرين</a:t>
            </a:r>
            <a:endParaRPr lang="ar-SA" sz="1200" dirty="0"/>
          </a:p>
        </p:txBody>
      </p:sp>
      <p:sp>
        <p:nvSpPr>
          <p:cNvPr id="121" name="Member card 121"/>
          <p:cNvSpPr/>
          <p:nvPr/>
        </p:nvSpPr>
        <p:spPr>
          <a:xfrm>
            <a:off x="3822192" y="1600200"/>
            <a:ext cx="1499616" cy="1920240"/>
          </a:xfrm>
          <a:prstGeom prst="roundRect">
            <a:avLst>
              <a:gd name="adj" fmla="val 975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22" name="Avatar 122"/>
          <p:cNvSpPr/>
          <p:nvPr/>
        </p:nvSpPr>
        <p:spPr>
          <a:xfrm>
            <a:off x="4114800" y="1892808"/>
            <a:ext cx="914400" cy="914400"/>
          </a:xfrm>
          <a:prstGeom prst="ellipse">
            <a:avLst/>
          </a:prstGeom>
          <a:gradFill rotWithShape="1">
            <a:gsLst>
              <a:gs pos="0">
                <a:srgbClr val="8F82F5">
                  <a:alpha val="85000"/>
                </a:srgbClr>
              </a:gs>
              <a:gs pos="100000">
                <a:srgbClr val="FF4D6D">
                  <a:alpha val="85000"/>
                </a:srgbClr>
              </a:gs>
            </a:gsLst>
            <a:lin ang="2700000" scaled="0"/>
          </a:gradFill>
          <a:ln w="12700">
            <a:solidFill>
              <a:srgbClr val="FFFFFF">
                <a:alpha val="30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23" name="Avatar icon 123"/>
          <p:cNvPicPr>
            <a:picLocks noChangeAspect="1"/>
          </p:cNvPicPr>
          <p:nvPr/>
        </p:nvPicPr>
        <p:blipFill>
          <a:blip r:embed="rId4"/>
          <a:stretch>
            <a:fillRect/>
          </a:stretch>
        </p:blipFill>
        <p:spPr>
          <a:xfrm>
            <a:off x="4343400" y="2121408"/>
            <a:ext cx="457200" cy="457200"/>
          </a:xfrm>
          <a:prstGeom prst="rect">
            <a:avLst/>
          </a:prstGeom>
          <a:ln>
            <a:noFill/>
          </a:ln>
        </p:spPr>
      </p:pic>
      <p:sp>
        <p:nvSpPr>
          <p:cNvPr id="124" name="Name 124"/>
          <p:cNvSpPr txBox="1"/>
          <p:nvPr/>
        </p:nvSpPr>
        <p:spPr>
          <a:xfrm>
            <a:off x="3895344" y="2926080"/>
            <a:ext cx="1353312" cy="457200"/>
          </a:xfrm>
          <a:prstGeom prst="rect">
            <a:avLst/>
          </a:prstGeom>
          <a:noFill/>
          <a:ln>
            <a:noFill/>
          </a:ln>
        </p:spPr>
        <p:txBody>
          <a:bodyPr wrap="square" lIns="0" tIns="0" rIns="0" bIns="0" rtlCol="0" anchor="t">
            <a:noAutofit/>
          </a:bodyPr>
          <a:lstStyle/>
          <a:p>
            <a:pPr marL="0" indent="0" algn="ctr" rtl="1">
              <a:lnSpc>
                <a:spcPct val="100000"/>
              </a:lnSpc>
              <a:spcBef>
                <a:spcPts val="0"/>
              </a:spcBef>
              <a:spcAft>
                <a:spcPts val="0"/>
              </a:spcAft>
              <a:buNone/>
            </a:pPr>
            <a:r>
              <a:rPr lang="ar-SA" sz="1150" b="1" dirty="0">
                <a:solidFill>
                  <a:srgbClr val="F5F5F8"/>
                </a:solidFill>
                <a:latin typeface="Tajawal"/>
                <a:ea typeface="Tajawal"/>
                <a:cs typeface="Tajawal"/>
              </a:rPr>
              <a:t>فارس المرزوق</a:t>
            </a:r>
            <a:endParaRPr lang="ar-SA" sz="1200" dirty="0"/>
          </a:p>
        </p:txBody>
      </p:sp>
      <p:sp>
        <p:nvSpPr>
          <p:cNvPr id="125" name="Member card 125"/>
          <p:cNvSpPr/>
          <p:nvPr/>
        </p:nvSpPr>
        <p:spPr>
          <a:xfrm>
            <a:off x="2139696" y="1600200"/>
            <a:ext cx="1499616" cy="1920240"/>
          </a:xfrm>
          <a:prstGeom prst="roundRect">
            <a:avLst>
              <a:gd name="adj" fmla="val 975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26" name="Avatar 126"/>
          <p:cNvSpPr/>
          <p:nvPr/>
        </p:nvSpPr>
        <p:spPr>
          <a:xfrm>
            <a:off x="2432304" y="1892808"/>
            <a:ext cx="914400" cy="914400"/>
          </a:xfrm>
          <a:prstGeom prst="ellipse">
            <a:avLst/>
          </a:prstGeom>
          <a:gradFill rotWithShape="1">
            <a:gsLst>
              <a:gs pos="0">
                <a:srgbClr val="8F82F5">
                  <a:alpha val="85000"/>
                </a:srgbClr>
              </a:gs>
              <a:gs pos="100000">
                <a:srgbClr val="FF4D6D">
                  <a:alpha val="85000"/>
                </a:srgbClr>
              </a:gs>
            </a:gsLst>
            <a:lin ang="2700000" scaled="0"/>
          </a:gradFill>
          <a:ln w="12700">
            <a:solidFill>
              <a:srgbClr val="FFFFFF">
                <a:alpha val="30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27" name="Avatar icon 127"/>
          <p:cNvPicPr>
            <a:picLocks noChangeAspect="1"/>
          </p:cNvPicPr>
          <p:nvPr/>
        </p:nvPicPr>
        <p:blipFill>
          <a:blip r:embed="rId4"/>
          <a:stretch>
            <a:fillRect/>
          </a:stretch>
        </p:blipFill>
        <p:spPr>
          <a:xfrm>
            <a:off x="2660904" y="2121408"/>
            <a:ext cx="457200" cy="457200"/>
          </a:xfrm>
          <a:prstGeom prst="rect">
            <a:avLst/>
          </a:prstGeom>
          <a:ln>
            <a:noFill/>
          </a:ln>
        </p:spPr>
      </p:pic>
      <p:sp>
        <p:nvSpPr>
          <p:cNvPr id="128" name="Name 128"/>
          <p:cNvSpPr txBox="1"/>
          <p:nvPr/>
        </p:nvSpPr>
        <p:spPr>
          <a:xfrm>
            <a:off x="2212848" y="2926080"/>
            <a:ext cx="1353312" cy="457200"/>
          </a:xfrm>
          <a:prstGeom prst="rect">
            <a:avLst/>
          </a:prstGeom>
          <a:noFill/>
          <a:ln>
            <a:noFill/>
          </a:ln>
        </p:spPr>
        <p:txBody>
          <a:bodyPr wrap="square" lIns="0" tIns="0" rIns="0" bIns="0" rtlCol="0" anchor="t">
            <a:noAutofit/>
          </a:bodyPr>
          <a:lstStyle/>
          <a:p>
            <a:pPr marL="0" indent="0" algn="ctr" rtl="1">
              <a:lnSpc>
                <a:spcPct val="100000"/>
              </a:lnSpc>
              <a:spcBef>
                <a:spcPts val="0"/>
              </a:spcBef>
              <a:spcAft>
                <a:spcPts val="0"/>
              </a:spcAft>
              <a:buNone/>
            </a:pPr>
            <a:r>
              <a:rPr lang="ar-SA" sz="1150" b="1" dirty="0">
                <a:solidFill>
                  <a:srgbClr val="F5F5F8"/>
                </a:solidFill>
                <a:latin typeface="Tajawal"/>
                <a:ea typeface="Tajawal"/>
                <a:cs typeface="Tajawal"/>
              </a:rPr>
              <a:t>زياد آل وليد</a:t>
            </a:r>
            <a:endParaRPr lang="ar-SA" sz="1200" dirty="0"/>
          </a:p>
        </p:txBody>
      </p:sp>
      <p:sp>
        <p:nvSpPr>
          <p:cNvPr id="129" name="Member card 129"/>
          <p:cNvSpPr/>
          <p:nvPr/>
        </p:nvSpPr>
        <p:spPr>
          <a:xfrm>
            <a:off x="457200" y="1600200"/>
            <a:ext cx="1499616" cy="1920240"/>
          </a:xfrm>
          <a:prstGeom prst="roundRect">
            <a:avLst>
              <a:gd name="adj" fmla="val 975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30" name="Avatar 130"/>
          <p:cNvSpPr/>
          <p:nvPr/>
        </p:nvSpPr>
        <p:spPr>
          <a:xfrm>
            <a:off x="749808" y="1892808"/>
            <a:ext cx="914400" cy="914400"/>
          </a:xfrm>
          <a:prstGeom prst="ellipse">
            <a:avLst/>
          </a:prstGeom>
          <a:gradFill rotWithShape="1">
            <a:gsLst>
              <a:gs pos="0">
                <a:srgbClr val="8F82F5">
                  <a:alpha val="85000"/>
                </a:srgbClr>
              </a:gs>
              <a:gs pos="100000">
                <a:srgbClr val="FF4D6D">
                  <a:alpha val="85000"/>
                </a:srgbClr>
              </a:gs>
            </a:gsLst>
            <a:lin ang="2700000" scaled="0"/>
          </a:gradFill>
          <a:ln w="12700">
            <a:solidFill>
              <a:srgbClr val="FFFFFF">
                <a:alpha val="30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31" name="Avatar icon 131"/>
          <p:cNvPicPr>
            <a:picLocks noChangeAspect="1"/>
          </p:cNvPicPr>
          <p:nvPr/>
        </p:nvPicPr>
        <p:blipFill>
          <a:blip r:embed="rId4"/>
          <a:stretch>
            <a:fillRect/>
          </a:stretch>
        </p:blipFill>
        <p:spPr>
          <a:xfrm>
            <a:off x="978408" y="2121408"/>
            <a:ext cx="457200" cy="457200"/>
          </a:xfrm>
          <a:prstGeom prst="rect">
            <a:avLst/>
          </a:prstGeom>
          <a:ln>
            <a:noFill/>
          </a:ln>
        </p:spPr>
      </p:pic>
      <p:sp>
        <p:nvSpPr>
          <p:cNvPr id="132" name="Name 132"/>
          <p:cNvSpPr txBox="1"/>
          <p:nvPr/>
        </p:nvSpPr>
        <p:spPr>
          <a:xfrm>
            <a:off x="530352" y="2926080"/>
            <a:ext cx="1353312" cy="457200"/>
          </a:xfrm>
          <a:prstGeom prst="rect">
            <a:avLst/>
          </a:prstGeom>
          <a:noFill/>
          <a:ln>
            <a:noFill/>
          </a:ln>
        </p:spPr>
        <p:txBody>
          <a:bodyPr wrap="square" lIns="0" tIns="0" rIns="0" bIns="0" rtlCol="0" anchor="t">
            <a:noAutofit/>
          </a:bodyPr>
          <a:lstStyle/>
          <a:p>
            <a:pPr marL="0" indent="0" algn="ctr" rtl="1">
              <a:lnSpc>
                <a:spcPct val="100000"/>
              </a:lnSpc>
              <a:spcBef>
                <a:spcPts val="0"/>
              </a:spcBef>
              <a:spcAft>
                <a:spcPts val="0"/>
              </a:spcAft>
              <a:buNone/>
            </a:pPr>
            <a:r>
              <a:rPr lang="ar-SA" sz="1150" b="1" dirty="0">
                <a:solidFill>
                  <a:srgbClr val="F5F5F8"/>
                </a:solidFill>
                <a:latin typeface="Tajawal"/>
                <a:ea typeface="Tajawal"/>
                <a:cs typeface="Tajawal"/>
              </a:rPr>
              <a:t>حاتم المونس</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700"/>
                                        <p:tgtEl>
                                          <p:spTgt spid="111"/>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12"/>
                                        </p:tgtEl>
                                        <p:attrNameLst>
                                          <p:attrName>style.visibility</p:attrName>
                                        </p:attrNameLst>
                                      </p:cBhvr>
                                      <p:to>
                                        <p:strVal val="visible"/>
                                      </p:to>
                                    </p:set>
                                    <p:animEffect transition="in" filter="fade">
                                      <p:cBhvr>
                                        <p:cTn id="10" dur="600"/>
                                        <p:tgtEl>
                                          <p:spTgt spid="112"/>
                                        </p:tgtEl>
                                      </p:cBhvr>
                                    </p:animEffect>
                                    <p:anim calcmode="lin" valueType="num">
                                      <p:cBhvr>
                                        <p:cTn id="11" dur="600" fill="hold">
                                          <p:stCondLst>
                                            <p:cond delay="0"/>
                                          </p:stCondLst>
                                        </p:cTn>
                                        <p:tgtEl>
                                          <p:spTgt spid="112"/>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112"/>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113"/>
                                        </p:tgtEl>
                                        <p:attrNameLst>
                                          <p:attrName>style.visibility</p:attrName>
                                        </p:attrNameLst>
                                      </p:cBhvr>
                                      <p:to>
                                        <p:strVal val="visible"/>
                                      </p:to>
                                    </p:set>
                                    <p:animEffect transition="in" filter="fade">
                                      <p:cBhvr>
                                        <p:cTn id="15" dur="600"/>
                                        <p:tgtEl>
                                          <p:spTgt spid="113"/>
                                        </p:tgtEl>
                                      </p:cBhvr>
                                    </p:animEffect>
                                    <p:anim calcmode="lin" valueType="num">
                                      <p:cBhvr>
                                        <p:cTn id="16" dur="600" fill="hold">
                                          <p:stCondLst>
                                            <p:cond delay="0"/>
                                          </p:stCondLst>
                                        </p:cTn>
                                        <p:tgtEl>
                                          <p:spTgt spid="113"/>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113"/>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114"/>
                                        </p:tgtEl>
                                        <p:attrNameLst>
                                          <p:attrName>style.visibility</p:attrName>
                                        </p:attrNameLst>
                                      </p:cBhvr>
                                      <p:to>
                                        <p:strVal val="visible"/>
                                      </p:to>
                                    </p:set>
                                    <p:animEffect transition="in" filter="fade">
                                      <p:cBhvr>
                                        <p:cTn id="20" dur="600"/>
                                        <p:tgtEl>
                                          <p:spTgt spid="114"/>
                                        </p:tgtEl>
                                      </p:cBhvr>
                                    </p:animEffect>
                                    <p:anim calcmode="lin" valueType="num">
                                      <p:cBhvr>
                                        <p:cTn id="21" dur="600" fill="hold">
                                          <p:stCondLst>
                                            <p:cond delay="0"/>
                                          </p:stCondLst>
                                        </p:cTn>
                                        <p:tgtEl>
                                          <p:spTgt spid="114"/>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114"/>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115"/>
                                        </p:tgtEl>
                                        <p:attrNameLst>
                                          <p:attrName>style.visibility</p:attrName>
                                        </p:attrNameLst>
                                      </p:cBhvr>
                                      <p:to>
                                        <p:strVal val="visible"/>
                                      </p:to>
                                    </p:set>
                                    <p:animEffect transition="in" filter="fade">
                                      <p:cBhvr>
                                        <p:cTn id="25" dur="600"/>
                                        <p:tgtEl>
                                          <p:spTgt spid="115"/>
                                        </p:tgtEl>
                                      </p:cBhvr>
                                    </p:animEffect>
                                    <p:anim calcmode="lin" valueType="num">
                                      <p:cBhvr>
                                        <p:cTn id="26" dur="600" fill="hold">
                                          <p:stCondLst>
                                            <p:cond delay="0"/>
                                          </p:stCondLst>
                                        </p:cTn>
                                        <p:tgtEl>
                                          <p:spTgt spid="115"/>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115"/>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350"/>
                                  </p:stCondLst>
                                  <p:childTnLst>
                                    <p:set>
                                      <p:cBhvr>
                                        <p:cTn id="29" dur="1" fill="hold">
                                          <p:stCondLst>
                                            <p:cond delay="0"/>
                                          </p:stCondLst>
                                        </p:cTn>
                                        <p:tgtEl>
                                          <p:spTgt spid="116"/>
                                        </p:tgtEl>
                                        <p:attrNameLst>
                                          <p:attrName>style.visibility</p:attrName>
                                        </p:attrNameLst>
                                      </p:cBhvr>
                                      <p:to>
                                        <p:strVal val="visible"/>
                                      </p:to>
                                    </p:set>
                                    <p:animEffect transition="in" filter="fade">
                                      <p:cBhvr>
                                        <p:cTn id="30" dur="600"/>
                                        <p:tgtEl>
                                          <p:spTgt spid="116"/>
                                        </p:tgtEl>
                                      </p:cBhvr>
                                    </p:animEffect>
                                    <p:anim calcmode="lin" valueType="num">
                                      <p:cBhvr>
                                        <p:cTn id="31" dur="600" fill="hold">
                                          <p:stCondLst>
                                            <p:cond delay="0"/>
                                          </p:stCondLst>
                                        </p:cTn>
                                        <p:tgtEl>
                                          <p:spTgt spid="116"/>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116"/>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510"/>
                                  </p:stCondLst>
                                  <p:childTnLst>
                                    <p:set>
                                      <p:cBhvr>
                                        <p:cTn id="34" dur="1" fill="hold">
                                          <p:stCondLst>
                                            <p:cond delay="0"/>
                                          </p:stCondLst>
                                        </p:cTn>
                                        <p:tgtEl>
                                          <p:spTgt spid="117"/>
                                        </p:tgtEl>
                                        <p:attrNameLst>
                                          <p:attrName>style.visibility</p:attrName>
                                        </p:attrNameLst>
                                      </p:cBhvr>
                                      <p:to>
                                        <p:strVal val="visible"/>
                                      </p:to>
                                    </p:set>
                                    <p:animEffect transition="in" filter="fade">
                                      <p:cBhvr>
                                        <p:cTn id="35" dur="600"/>
                                        <p:tgtEl>
                                          <p:spTgt spid="117"/>
                                        </p:tgtEl>
                                      </p:cBhvr>
                                    </p:animEffect>
                                    <p:anim calcmode="lin" valueType="num">
                                      <p:cBhvr>
                                        <p:cTn id="36" dur="600" fill="hold">
                                          <p:stCondLst>
                                            <p:cond delay="0"/>
                                          </p:stCondLst>
                                        </p:cTn>
                                        <p:tgtEl>
                                          <p:spTgt spid="117"/>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117"/>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510"/>
                                  </p:stCondLst>
                                  <p:childTnLst>
                                    <p:set>
                                      <p:cBhvr>
                                        <p:cTn id="39" dur="1" fill="hold">
                                          <p:stCondLst>
                                            <p:cond delay="0"/>
                                          </p:stCondLst>
                                        </p:cTn>
                                        <p:tgtEl>
                                          <p:spTgt spid="118"/>
                                        </p:tgtEl>
                                        <p:attrNameLst>
                                          <p:attrName>style.visibility</p:attrName>
                                        </p:attrNameLst>
                                      </p:cBhvr>
                                      <p:to>
                                        <p:strVal val="visible"/>
                                      </p:to>
                                    </p:set>
                                    <p:animEffect transition="in" filter="fade">
                                      <p:cBhvr>
                                        <p:cTn id="40" dur="600"/>
                                        <p:tgtEl>
                                          <p:spTgt spid="118"/>
                                        </p:tgtEl>
                                      </p:cBhvr>
                                    </p:animEffect>
                                    <p:anim calcmode="lin" valueType="num">
                                      <p:cBhvr>
                                        <p:cTn id="41" dur="600" fill="hold">
                                          <p:stCondLst>
                                            <p:cond delay="0"/>
                                          </p:stCondLst>
                                        </p:cTn>
                                        <p:tgtEl>
                                          <p:spTgt spid="118"/>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118"/>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10"/>
                                  </p:stCondLst>
                                  <p:childTnLst>
                                    <p:set>
                                      <p:cBhvr>
                                        <p:cTn id="44" dur="1" fill="hold">
                                          <p:stCondLst>
                                            <p:cond delay="0"/>
                                          </p:stCondLst>
                                        </p:cTn>
                                        <p:tgtEl>
                                          <p:spTgt spid="119"/>
                                        </p:tgtEl>
                                        <p:attrNameLst>
                                          <p:attrName>style.visibility</p:attrName>
                                        </p:attrNameLst>
                                      </p:cBhvr>
                                      <p:to>
                                        <p:strVal val="visible"/>
                                      </p:to>
                                    </p:set>
                                    <p:animEffect transition="in" filter="fade">
                                      <p:cBhvr>
                                        <p:cTn id="45" dur="600"/>
                                        <p:tgtEl>
                                          <p:spTgt spid="119"/>
                                        </p:tgtEl>
                                      </p:cBhvr>
                                    </p:animEffect>
                                    <p:anim calcmode="lin" valueType="num">
                                      <p:cBhvr>
                                        <p:cTn id="46" dur="600" fill="hold">
                                          <p:stCondLst>
                                            <p:cond delay="0"/>
                                          </p:stCondLst>
                                        </p:cTn>
                                        <p:tgtEl>
                                          <p:spTgt spid="119"/>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119"/>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510"/>
                                  </p:stCondLst>
                                  <p:childTnLst>
                                    <p:set>
                                      <p:cBhvr>
                                        <p:cTn id="49" dur="1" fill="hold">
                                          <p:stCondLst>
                                            <p:cond delay="0"/>
                                          </p:stCondLst>
                                        </p:cTn>
                                        <p:tgtEl>
                                          <p:spTgt spid="120"/>
                                        </p:tgtEl>
                                        <p:attrNameLst>
                                          <p:attrName>style.visibility</p:attrName>
                                        </p:attrNameLst>
                                      </p:cBhvr>
                                      <p:to>
                                        <p:strVal val="visible"/>
                                      </p:to>
                                    </p:set>
                                    <p:animEffect transition="in" filter="fade">
                                      <p:cBhvr>
                                        <p:cTn id="50" dur="600"/>
                                        <p:tgtEl>
                                          <p:spTgt spid="120"/>
                                        </p:tgtEl>
                                      </p:cBhvr>
                                    </p:animEffect>
                                    <p:anim calcmode="lin" valueType="num">
                                      <p:cBhvr>
                                        <p:cTn id="51" dur="600" fill="hold">
                                          <p:stCondLst>
                                            <p:cond delay="0"/>
                                          </p:stCondLst>
                                        </p:cTn>
                                        <p:tgtEl>
                                          <p:spTgt spid="120"/>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120"/>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670"/>
                                  </p:stCondLst>
                                  <p:childTnLst>
                                    <p:set>
                                      <p:cBhvr>
                                        <p:cTn id="54" dur="1" fill="hold">
                                          <p:stCondLst>
                                            <p:cond delay="0"/>
                                          </p:stCondLst>
                                        </p:cTn>
                                        <p:tgtEl>
                                          <p:spTgt spid="121"/>
                                        </p:tgtEl>
                                        <p:attrNameLst>
                                          <p:attrName>style.visibility</p:attrName>
                                        </p:attrNameLst>
                                      </p:cBhvr>
                                      <p:to>
                                        <p:strVal val="visible"/>
                                      </p:to>
                                    </p:set>
                                    <p:animEffect transition="in" filter="fade">
                                      <p:cBhvr>
                                        <p:cTn id="55" dur="600"/>
                                        <p:tgtEl>
                                          <p:spTgt spid="121"/>
                                        </p:tgtEl>
                                      </p:cBhvr>
                                    </p:animEffect>
                                    <p:anim calcmode="lin" valueType="num">
                                      <p:cBhvr>
                                        <p:cTn id="56" dur="600" fill="hold">
                                          <p:stCondLst>
                                            <p:cond delay="0"/>
                                          </p:stCondLst>
                                        </p:cTn>
                                        <p:tgtEl>
                                          <p:spTgt spid="121"/>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121"/>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670"/>
                                  </p:stCondLst>
                                  <p:childTnLst>
                                    <p:set>
                                      <p:cBhvr>
                                        <p:cTn id="59" dur="1" fill="hold">
                                          <p:stCondLst>
                                            <p:cond delay="0"/>
                                          </p:stCondLst>
                                        </p:cTn>
                                        <p:tgtEl>
                                          <p:spTgt spid="122"/>
                                        </p:tgtEl>
                                        <p:attrNameLst>
                                          <p:attrName>style.visibility</p:attrName>
                                        </p:attrNameLst>
                                      </p:cBhvr>
                                      <p:to>
                                        <p:strVal val="visible"/>
                                      </p:to>
                                    </p:set>
                                    <p:animEffect transition="in" filter="fade">
                                      <p:cBhvr>
                                        <p:cTn id="60" dur="600"/>
                                        <p:tgtEl>
                                          <p:spTgt spid="122"/>
                                        </p:tgtEl>
                                      </p:cBhvr>
                                    </p:animEffect>
                                    <p:anim calcmode="lin" valueType="num">
                                      <p:cBhvr>
                                        <p:cTn id="61" dur="600" fill="hold">
                                          <p:stCondLst>
                                            <p:cond delay="0"/>
                                          </p:stCondLst>
                                        </p:cTn>
                                        <p:tgtEl>
                                          <p:spTgt spid="122"/>
                                        </p:tgtEl>
                                        <p:attrNameLst>
                                          <p:attrName>ppt_x</p:attrName>
                                        </p:attrNameLst>
                                      </p:cBhvr>
                                      <p:tavLst>
                                        <p:tav tm="0">
                                          <p:val>
                                            <p:strVal val="#ppt_x"/>
                                          </p:val>
                                        </p:tav>
                                        <p:tav tm="100000">
                                          <p:val>
                                            <p:strVal val="#ppt_x"/>
                                          </p:val>
                                        </p:tav>
                                      </p:tavLst>
                                    </p:anim>
                                    <p:anim calcmode="lin" valueType="num">
                                      <p:cBhvr>
                                        <p:cTn id="62" dur="600" decel="100000" fill="hold">
                                          <p:stCondLst>
                                            <p:cond delay="0"/>
                                          </p:stCondLst>
                                        </p:cTn>
                                        <p:tgtEl>
                                          <p:spTgt spid="122"/>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670"/>
                                  </p:stCondLst>
                                  <p:childTnLst>
                                    <p:set>
                                      <p:cBhvr>
                                        <p:cTn id="64" dur="1" fill="hold">
                                          <p:stCondLst>
                                            <p:cond delay="0"/>
                                          </p:stCondLst>
                                        </p:cTn>
                                        <p:tgtEl>
                                          <p:spTgt spid="123"/>
                                        </p:tgtEl>
                                        <p:attrNameLst>
                                          <p:attrName>style.visibility</p:attrName>
                                        </p:attrNameLst>
                                      </p:cBhvr>
                                      <p:to>
                                        <p:strVal val="visible"/>
                                      </p:to>
                                    </p:set>
                                    <p:animEffect transition="in" filter="fade">
                                      <p:cBhvr>
                                        <p:cTn id="65" dur="600"/>
                                        <p:tgtEl>
                                          <p:spTgt spid="123"/>
                                        </p:tgtEl>
                                      </p:cBhvr>
                                    </p:animEffect>
                                    <p:anim calcmode="lin" valueType="num">
                                      <p:cBhvr>
                                        <p:cTn id="66" dur="600" fill="hold">
                                          <p:stCondLst>
                                            <p:cond delay="0"/>
                                          </p:stCondLst>
                                        </p:cTn>
                                        <p:tgtEl>
                                          <p:spTgt spid="123"/>
                                        </p:tgtEl>
                                        <p:attrNameLst>
                                          <p:attrName>ppt_x</p:attrName>
                                        </p:attrNameLst>
                                      </p:cBhvr>
                                      <p:tavLst>
                                        <p:tav tm="0">
                                          <p:val>
                                            <p:strVal val="#ppt_x"/>
                                          </p:val>
                                        </p:tav>
                                        <p:tav tm="100000">
                                          <p:val>
                                            <p:strVal val="#ppt_x"/>
                                          </p:val>
                                        </p:tav>
                                      </p:tavLst>
                                    </p:anim>
                                    <p:anim calcmode="lin" valueType="num">
                                      <p:cBhvr>
                                        <p:cTn id="67" dur="600" decel="100000" fill="hold">
                                          <p:stCondLst>
                                            <p:cond delay="0"/>
                                          </p:stCondLst>
                                        </p:cTn>
                                        <p:tgtEl>
                                          <p:spTgt spid="123"/>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670"/>
                                  </p:stCondLst>
                                  <p:childTnLst>
                                    <p:set>
                                      <p:cBhvr>
                                        <p:cTn id="69" dur="1" fill="hold">
                                          <p:stCondLst>
                                            <p:cond delay="0"/>
                                          </p:stCondLst>
                                        </p:cTn>
                                        <p:tgtEl>
                                          <p:spTgt spid="124"/>
                                        </p:tgtEl>
                                        <p:attrNameLst>
                                          <p:attrName>style.visibility</p:attrName>
                                        </p:attrNameLst>
                                      </p:cBhvr>
                                      <p:to>
                                        <p:strVal val="visible"/>
                                      </p:to>
                                    </p:set>
                                    <p:animEffect transition="in" filter="fade">
                                      <p:cBhvr>
                                        <p:cTn id="70" dur="600"/>
                                        <p:tgtEl>
                                          <p:spTgt spid="124"/>
                                        </p:tgtEl>
                                      </p:cBhvr>
                                    </p:animEffect>
                                    <p:anim calcmode="lin" valueType="num">
                                      <p:cBhvr>
                                        <p:cTn id="71" dur="600" fill="hold">
                                          <p:stCondLst>
                                            <p:cond delay="0"/>
                                          </p:stCondLst>
                                        </p:cTn>
                                        <p:tgtEl>
                                          <p:spTgt spid="124"/>
                                        </p:tgtEl>
                                        <p:attrNameLst>
                                          <p:attrName>ppt_x</p:attrName>
                                        </p:attrNameLst>
                                      </p:cBhvr>
                                      <p:tavLst>
                                        <p:tav tm="0">
                                          <p:val>
                                            <p:strVal val="#ppt_x"/>
                                          </p:val>
                                        </p:tav>
                                        <p:tav tm="100000">
                                          <p:val>
                                            <p:strVal val="#ppt_x"/>
                                          </p:val>
                                        </p:tav>
                                      </p:tavLst>
                                    </p:anim>
                                    <p:anim calcmode="lin" valueType="num">
                                      <p:cBhvr>
                                        <p:cTn id="72" dur="600" decel="100000" fill="hold">
                                          <p:stCondLst>
                                            <p:cond delay="0"/>
                                          </p:stCondLst>
                                        </p:cTn>
                                        <p:tgtEl>
                                          <p:spTgt spid="124"/>
                                        </p:tgtEl>
                                        <p:attrNameLst>
                                          <p:attrName>ppt_y</p:attrName>
                                        </p:attrNameLst>
                                      </p:cBhvr>
                                      <p:tavLst>
                                        <p:tav tm="0">
                                          <p:val>
                                            <p:strVal val="#ppt_y+0.04"/>
                                          </p:val>
                                        </p:tav>
                                        <p:tav tm="100000">
                                          <p:val>
                                            <p:strVal val="#ppt_y"/>
                                          </p:val>
                                        </p:tav>
                                      </p:tavLst>
                                    </p:anim>
                                  </p:childTnLst>
                                </p:cTn>
                              </p:par>
                              <p:par>
                                <p:cTn id="73" presetID="42" presetClass="entr" presetSubtype="0" fill="hold" grpId="0" nodeType="withEffect">
                                  <p:stCondLst>
                                    <p:cond delay="830"/>
                                  </p:stCondLst>
                                  <p:childTnLst>
                                    <p:set>
                                      <p:cBhvr>
                                        <p:cTn id="74" dur="1" fill="hold">
                                          <p:stCondLst>
                                            <p:cond delay="0"/>
                                          </p:stCondLst>
                                        </p:cTn>
                                        <p:tgtEl>
                                          <p:spTgt spid="125"/>
                                        </p:tgtEl>
                                        <p:attrNameLst>
                                          <p:attrName>style.visibility</p:attrName>
                                        </p:attrNameLst>
                                      </p:cBhvr>
                                      <p:to>
                                        <p:strVal val="visible"/>
                                      </p:to>
                                    </p:set>
                                    <p:animEffect transition="in" filter="fade">
                                      <p:cBhvr>
                                        <p:cTn id="75" dur="600"/>
                                        <p:tgtEl>
                                          <p:spTgt spid="125"/>
                                        </p:tgtEl>
                                      </p:cBhvr>
                                    </p:animEffect>
                                    <p:anim calcmode="lin" valueType="num">
                                      <p:cBhvr>
                                        <p:cTn id="76" dur="600" fill="hold">
                                          <p:stCondLst>
                                            <p:cond delay="0"/>
                                          </p:stCondLst>
                                        </p:cTn>
                                        <p:tgtEl>
                                          <p:spTgt spid="125"/>
                                        </p:tgtEl>
                                        <p:attrNameLst>
                                          <p:attrName>ppt_x</p:attrName>
                                        </p:attrNameLst>
                                      </p:cBhvr>
                                      <p:tavLst>
                                        <p:tav tm="0">
                                          <p:val>
                                            <p:strVal val="#ppt_x"/>
                                          </p:val>
                                        </p:tav>
                                        <p:tav tm="100000">
                                          <p:val>
                                            <p:strVal val="#ppt_x"/>
                                          </p:val>
                                        </p:tav>
                                      </p:tavLst>
                                    </p:anim>
                                    <p:anim calcmode="lin" valueType="num">
                                      <p:cBhvr>
                                        <p:cTn id="77" dur="600" decel="100000" fill="hold">
                                          <p:stCondLst>
                                            <p:cond delay="0"/>
                                          </p:stCondLst>
                                        </p:cTn>
                                        <p:tgtEl>
                                          <p:spTgt spid="125"/>
                                        </p:tgtEl>
                                        <p:attrNameLst>
                                          <p:attrName>ppt_y</p:attrName>
                                        </p:attrNameLst>
                                      </p:cBhvr>
                                      <p:tavLst>
                                        <p:tav tm="0">
                                          <p:val>
                                            <p:strVal val="#ppt_y+0.04"/>
                                          </p:val>
                                        </p:tav>
                                        <p:tav tm="100000">
                                          <p:val>
                                            <p:strVal val="#ppt_y"/>
                                          </p:val>
                                        </p:tav>
                                      </p:tavLst>
                                    </p:anim>
                                  </p:childTnLst>
                                </p:cTn>
                              </p:par>
                              <p:par>
                                <p:cTn id="78" presetID="42" presetClass="entr" presetSubtype="0" fill="hold" grpId="0" nodeType="withEffect">
                                  <p:stCondLst>
                                    <p:cond delay="830"/>
                                  </p:stCondLst>
                                  <p:childTnLst>
                                    <p:set>
                                      <p:cBhvr>
                                        <p:cTn id="79" dur="1" fill="hold">
                                          <p:stCondLst>
                                            <p:cond delay="0"/>
                                          </p:stCondLst>
                                        </p:cTn>
                                        <p:tgtEl>
                                          <p:spTgt spid="126"/>
                                        </p:tgtEl>
                                        <p:attrNameLst>
                                          <p:attrName>style.visibility</p:attrName>
                                        </p:attrNameLst>
                                      </p:cBhvr>
                                      <p:to>
                                        <p:strVal val="visible"/>
                                      </p:to>
                                    </p:set>
                                    <p:animEffect transition="in" filter="fade">
                                      <p:cBhvr>
                                        <p:cTn id="80" dur="600"/>
                                        <p:tgtEl>
                                          <p:spTgt spid="126"/>
                                        </p:tgtEl>
                                      </p:cBhvr>
                                    </p:animEffect>
                                    <p:anim calcmode="lin" valueType="num">
                                      <p:cBhvr>
                                        <p:cTn id="81" dur="600" fill="hold">
                                          <p:stCondLst>
                                            <p:cond delay="0"/>
                                          </p:stCondLst>
                                        </p:cTn>
                                        <p:tgtEl>
                                          <p:spTgt spid="126"/>
                                        </p:tgtEl>
                                        <p:attrNameLst>
                                          <p:attrName>ppt_x</p:attrName>
                                        </p:attrNameLst>
                                      </p:cBhvr>
                                      <p:tavLst>
                                        <p:tav tm="0">
                                          <p:val>
                                            <p:strVal val="#ppt_x"/>
                                          </p:val>
                                        </p:tav>
                                        <p:tav tm="100000">
                                          <p:val>
                                            <p:strVal val="#ppt_x"/>
                                          </p:val>
                                        </p:tav>
                                      </p:tavLst>
                                    </p:anim>
                                    <p:anim calcmode="lin" valueType="num">
                                      <p:cBhvr>
                                        <p:cTn id="82" dur="600" decel="100000" fill="hold">
                                          <p:stCondLst>
                                            <p:cond delay="0"/>
                                          </p:stCondLst>
                                        </p:cTn>
                                        <p:tgtEl>
                                          <p:spTgt spid="126"/>
                                        </p:tgtEl>
                                        <p:attrNameLst>
                                          <p:attrName>ppt_y</p:attrName>
                                        </p:attrNameLst>
                                      </p:cBhvr>
                                      <p:tavLst>
                                        <p:tav tm="0">
                                          <p:val>
                                            <p:strVal val="#ppt_y+0.04"/>
                                          </p:val>
                                        </p:tav>
                                        <p:tav tm="100000">
                                          <p:val>
                                            <p:strVal val="#ppt_y"/>
                                          </p:val>
                                        </p:tav>
                                      </p:tavLst>
                                    </p:anim>
                                  </p:childTnLst>
                                </p:cTn>
                              </p:par>
                              <p:par>
                                <p:cTn id="83" presetID="42" presetClass="entr" presetSubtype="0" fill="hold" grpId="0" nodeType="withEffect">
                                  <p:stCondLst>
                                    <p:cond delay="830"/>
                                  </p:stCondLst>
                                  <p:childTnLst>
                                    <p:set>
                                      <p:cBhvr>
                                        <p:cTn id="84" dur="1" fill="hold">
                                          <p:stCondLst>
                                            <p:cond delay="0"/>
                                          </p:stCondLst>
                                        </p:cTn>
                                        <p:tgtEl>
                                          <p:spTgt spid="127"/>
                                        </p:tgtEl>
                                        <p:attrNameLst>
                                          <p:attrName>style.visibility</p:attrName>
                                        </p:attrNameLst>
                                      </p:cBhvr>
                                      <p:to>
                                        <p:strVal val="visible"/>
                                      </p:to>
                                    </p:set>
                                    <p:animEffect transition="in" filter="fade">
                                      <p:cBhvr>
                                        <p:cTn id="85" dur="600"/>
                                        <p:tgtEl>
                                          <p:spTgt spid="127"/>
                                        </p:tgtEl>
                                      </p:cBhvr>
                                    </p:animEffect>
                                    <p:anim calcmode="lin" valueType="num">
                                      <p:cBhvr>
                                        <p:cTn id="86" dur="600" fill="hold">
                                          <p:stCondLst>
                                            <p:cond delay="0"/>
                                          </p:stCondLst>
                                        </p:cTn>
                                        <p:tgtEl>
                                          <p:spTgt spid="127"/>
                                        </p:tgtEl>
                                        <p:attrNameLst>
                                          <p:attrName>ppt_x</p:attrName>
                                        </p:attrNameLst>
                                      </p:cBhvr>
                                      <p:tavLst>
                                        <p:tav tm="0">
                                          <p:val>
                                            <p:strVal val="#ppt_x"/>
                                          </p:val>
                                        </p:tav>
                                        <p:tav tm="100000">
                                          <p:val>
                                            <p:strVal val="#ppt_x"/>
                                          </p:val>
                                        </p:tav>
                                      </p:tavLst>
                                    </p:anim>
                                    <p:anim calcmode="lin" valueType="num">
                                      <p:cBhvr>
                                        <p:cTn id="87" dur="600" decel="100000" fill="hold">
                                          <p:stCondLst>
                                            <p:cond delay="0"/>
                                          </p:stCondLst>
                                        </p:cTn>
                                        <p:tgtEl>
                                          <p:spTgt spid="127"/>
                                        </p:tgtEl>
                                        <p:attrNameLst>
                                          <p:attrName>ppt_y</p:attrName>
                                        </p:attrNameLst>
                                      </p:cBhvr>
                                      <p:tavLst>
                                        <p:tav tm="0">
                                          <p:val>
                                            <p:strVal val="#ppt_y+0.04"/>
                                          </p:val>
                                        </p:tav>
                                        <p:tav tm="100000">
                                          <p:val>
                                            <p:strVal val="#ppt_y"/>
                                          </p:val>
                                        </p:tav>
                                      </p:tavLst>
                                    </p:anim>
                                  </p:childTnLst>
                                </p:cTn>
                              </p:par>
                              <p:par>
                                <p:cTn id="88" presetID="42" presetClass="entr" presetSubtype="0" fill="hold" grpId="0" nodeType="withEffect">
                                  <p:stCondLst>
                                    <p:cond delay="830"/>
                                  </p:stCondLst>
                                  <p:childTnLst>
                                    <p:set>
                                      <p:cBhvr>
                                        <p:cTn id="89" dur="1" fill="hold">
                                          <p:stCondLst>
                                            <p:cond delay="0"/>
                                          </p:stCondLst>
                                        </p:cTn>
                                        <p:tgtEl>
                                          <p:spTgt spid="128"/>
                                        </p:tgtEl>
                                        <p:attrNameLst>
                                          <p:attrName>style.visibility</p:attrName>
                                        </p:attrNameLst>
                                      </p:cBhvr>
                                      <p:to>
                                        <p:strVal val="visible"/>
                                      </p:to>
                                    </p:set>
                                    <p:animEffect transition="in" filter="fade">
                                      <p:cBhvr>
                                        <p:cTn id="90" dur="600"/>
                                        <p:tgtEl>
                                          <p:spTgt spid="128"/>
                                        </p:tgtEl>
                                      </p:cBhvr>
                                    </p:animEffect>
                                    <p:anim calcmode="lin" valueType="num">
                                      <p:cBhvr>
                                        <p:cTn id="91" dur="600" fill="hold">
                                          <p:stCondLst>
                                            <p:cond delay="0"/>
                                          </p:stCondLst>
                                        </p:cTn>
                                        <p:tgtEl>
                                          <p:spTgt spid="128"/>
                                        </p:tgtEl>
                                        <p:attrNameLst>
                                          <p:attrName>ppt_x</p:attrName>
                                        </p:attrNameLst>
                                      </p:cBhvr>
                                      <p:tavLst>
                                        <p:tav tm="0">
                                          <p:val>
                                            <p:strVal val="#ppt_x"/>
                                          </p:val>
                                        </p:tav>
                                        <p:tav tm="100000">
                                          <p:val>
                                            <p:strVal val="#ppt_x"/>
                                          </p:val>
                                        </p:tav>
                                      </p:tavLst>
                                    </p:anim>
                                    <p:anim calcmode="lin" valueType="num">
                                      <p:cBhvr>
                                        <p:cTn id="92" dur="600" decel="100000" fill="hold">
                                          <p:stCondLst>
                                            <p:cond delay="0"/>
                                          </p:stCondLst>
                                        </p:cTn>
                                        <p:tgtEl>
                                          <p:spTgt spid="128"/>
                                        </p:tgtEl>
                                        <p:attrNameLst>
                                          <p:attrName>ppt_y</p:attrName>
                                        </p:attrNameLst>
                                      </p:cBhvr>
                                      <p:tavLst>
                                        <p:tav tm="0">
                                          <p:val>
                                            <p:strVal val="#ppt_y+0.04"/>
                                          </p:val>
                                        </p:tav>
                                        <p:tav tm="100000">
                                          <p:val>
                                            <p:strVal val="#ppt_y"/>
                                          </p:val>
                                        </p:tav>
                                      </p:tavLst>
                                    </p:anim>
                                  </p:childTnLst>
                                </p:cTn>
                              </p:par>
                              <p:par>
                                <p:cTn id="93" presetID="42" presetClass="entr" presetSubtype="0" fill="hold" grpId="0" nodeType="withEffect">
                                  <p:stCondLst>
                                    <p:cond delay="990"/>
                                  </p:stCondLst>
                                  <p:childTnLst>
                                    <p:set>
                                      <p:cBhvr>
                                        <p:cTn id="94" dur="1" fill="hold">
                                          <p:stCondLst>
                                            <p:cond delay="0"/>
                                          </p:stCondLst>
                                        </p:cTn>
                                        <p:tgtEl>
                                          <p:spTgt spid="129"/>
                                        </p:tgtEl>
                                        <p:attrNameLst>
                                          <p:attrName>style.visibility</p:attrName>
                                        </p:attrNameLst>
                                      </p:cBhvr>
                                      <p:to>
                                        <p:strVal val="visible"/>
                                      </p:to>
                                    </p:set>
                                    <p:animEffect transition="in" filter="fade">
                                      <p:cBhvr>
                                        <p:cTn id="95" dur="600"/>
                                        <p:tgtEl>
                                          <p:spTgt spid="129"/>
                                        </p:tgtEl>
                                      </p:cBhvr>
                                    </p:animEffect>
                                    <p:anim calcmode="lin" valueType="num">
                                      <p:cBhvr>
                                        <p:cTn id="96" dur="600" fill="hold">
                                          <p:stCondLst>
                                            <p:cond delay="0"/>
                                          </p:stCondLst>
                                        </p:cTn>
                                        <p:tgtEl>
                                          <p:spTgt spid="129"/>
                                        </p:tgtEl>
                                        <p:attrNameLst>
                                          <p:attrName>ppt_x</p:attrName>
                                        </p:attrNameLst>
                                      </p:cBhvr>
                                      <p:tavLst>
                                        <p:tav tm="0">
                                          <p:val>
                                            <p:strVal val="#ppt_x"/>
                                          </p:val>
                                        </p:tav>
                                        <p:tav tm="100000">
                                          <p:val>
                                            <p:strVal val="#ppt_x"/>
                                          </p:val>
                                        </p:tav>
                                      </p:tavLst>
                                    </p:anim>
                                    <p:anim calcmode="lin" valueType="num">
                                      <p:cBhvr>
                                        <p:cTn id="97" dur="600" decel="100000" fill="hold">
                                          <p:stCondLst>
                                            <p:cond delay="0"/>
                                          </p:stCondLst>
                                        </p:cTn>
                                        <p:tgtEl>
                                          <p:spTgt spid="129"/>
                                        </p:tgtEl>
                                        <p:attrNameLst>
                                          <p:attrName>ppt_y</p:attrName>
                                        </p:attrNameLst>
                                      </p:cBhvr>
                                      <p:tavLst>
                                        <p:tav tm="0">
                                          <p:val>
                                            <p:strVal val="#ppt_y+0.04"/>
                                          </p:val>
                                        </p:tav>
                                        <p:tav tm="100000">
                                          <p:val>
                                            <p:strVal val="#ppt_y"/>
                                          </p:val>
                                        </p:tav>
                                      </p:tavLst>
                                    </p:anim>
                                  </p:childTnLst>
                                </p:cTn>
                              </p:par>
                              <p:par>
                                <p:cTn id="98" presetID="42" presetClass="entr" presetSubtype="0" fill="hold" grpId="0" nodeType="withEffect">
                                  <p:stCondLst>
                                    <p:cond delay="990"/>
                                  </p:stCondLst>
                                  <p:childTnLst>
                                    <p:set>
                                      <p:cBhvr>
                                        <p:cTn id="99" dur="1" fill="hold">
                                          <p:stCondLst>
                                            <p:cond delay="0"/>
                                          </p:stCondLst>
                                        </p:cTn>
                                        <p:tgtEl>
                                          <p:spTgt spid="130"/>
                                        </p:tgtEl>
                                        <p:attrNameLst>
                                          <p:attrName>style.visibility</p:attrName>
                                        </p:attrNameLst>
                                      </p:cBhvr>
                                      <p:to>
                                        <p:strVal val="visible"/>
                                      </p:to>
                                    </p:set>
                                    <p:animEffect transition="in" filter="fade">
                                      <p:cBhvr>
                                        <p:cTn id="100" dur="600"/>
                                        <p:tgtEl>
                                          <p:spTgt spid="130"/>
                                        </p:tgtEl>
                                      </p:cBhvr>
                                    </p:animEffect>
                                    <p:anim calcmode="lin" valueType="num">
                                      <p:cBhvr>
                                        <p:cTn id="101" dur="600" fill="hold">
                                          <p:stCondLst>
                                            <p:cond delay="0"/>
                                          </p:stCondLst>
                                        </p:cTn>
                                        <p:tgtEl>
                                          <p:spTgt spid="130"/>
                                        </p:tgtEl>
                                        <p:attrNameLst>
                                          <p:attrName>ppt_x</p:attrName>
                                        </p:attrNameLst>
                                      </p:cBhvr>
                                      <p:tavLst>
                                        <p:tav tm="0">
                                          <p:val>
                                            <p:strVal val="#ppt_x"/>
                                          </p:val>
                                        </p:tav>
                                        <p:tav tm="100000">
                                          <p:val>
                                            <p:strVal val="#ppt_x"/>
                                          </p:val>
                                        </p:tav>
                                      </p:tavLst>
                                    </p:anim>
                                    <p:anim calcmode="lin" valueType="num">
                                      <p:cBhvr>
                                        <p:cTn id="102" dur="600" decel="100000" fill="hold">
                                          <p:stCondLst>
                                            <p:cond delay="0"/>
                                          </p:stCondLst>
                                        </p:cTn>
                                        <p:tgtEl>
                                          <p:spTgt spid="130"/>
                                        </p:tgtEl>
                                        <p:attrNameLst>
                                          <p:attrName>ppt_y</p:attrName>
                                        </p:attrNameLst>
                                      </p:cBhvr>
                                      <p:tavLst>
                                        <p:tav tm="0">
                                          <p:val>
                                            <p:strVal val="#ppt_y+0.04"/>
                                          </p:val>
                                        </p:tav>
                                        <p:tav tm="100000">
                                          <p:val>
                                            <p:strVal val="#ppt_y"/>
                                          </p:val>
                                        </p:tav>
                                      </p:tavLst>
                                    </p:anim>
                                  </p:childTnLst>
                                </p:cTn>
                              </p:par>
                              <p:par>
                                <p:cTn id="103" presetID="42" presetClass="entr" presetSubtype="0" fill="hold" grpId="0" nodeType="withEffect">
                                  <p:stCondLst>
                                    <p:cond delay="990"/>
                                  </p:stCondLst>
                                  <p:childTnLst>
                                    <p:set>
                                      <p:cBhvr>
                                        <p:cTn id="104" dur="1" fill="hold">
                                          <p:stCondLst>
                                            <p:cond delay="0"/>
                                          </p:stCondLst>
                                        </p:cTn>
                                        <p:tgtEl>
                                          <p:spTgt spid="131"/>
                                        </p:tgtEl>
                                        <p:attrNameLst>
                                          <p:attrName>style.visibility</p:attrName>
                                        </p:attrNameLst>
                                      </p:cBhvr>
                                      <p:to>
                                        <p:strVal val="visible"/>
                                      </p:to>
                                    </p:set>
                                    <p:animEffect transition="in" filter="fade">
                                      <p:cBhvr>
                                        <p:cTn id="105" dur="600"/>
                                        <p:tgtEl>
                                          <p:spTgt spid="131"/>
                                        </p:tgtEl>
                                      </p:cBhvr>
                                    </p:animEffect>
                                    <p:anim calcmode="lin" valueType="num">
                                      <p:cBhvr>
                                        <p:cTn id="106" dur="600" fill="hold">
                                          <p:stCondLst>
                                            <p:cond delay="0"/>
                                          </p:stCondLst>
                                        </p:cTn>
                                        <p:tgtEl>
                                          <p:spTgt spid="131"/>
                                        </p:tgtEl>
                                        <p:attrNameLst>
                                          <p:attrName>ppt_x</p:attrName>
                                        </p:attrNameLst>
                                      </p:cBhvr>
                                      <p:tavLst>
                                        <p:tav tm="0">
                                          <p:val>
                                            <p:strVal val="#ppt_x"/>
                                          </p:val>
                                        </p:tav>
                                        <p:tav tm="100000">
                                          <p:val>
                                            <p:strVal val="#ppt_x"/>
                                          </p:val>
                                        </p:tav>
                                      </p:tavLst>
                                    </p:anim>
                                    <p:anim calcmode="lin" valueType="num">
                                      <p:cBhvr>
                                        <p:cTn id="107" dur="600" decel="100000" fill="hold">
                                          <p:stCondLst>
                                            <p:cond delay="0"/>
                                          </p:stCondLst>
                                        </p:cTn>
                                        <p:tgtEl>
                                          <p:spTgt spid="131"/>
                                        </p:tgtEl>
                                        <p:attrNameLst>
                                          <p:attrName>ppt_y</p:attrName>
                                        </p:attrNameLst>
                                      </p:cBhvr>
                                      <p:tavLst>
                                        <p:tav tm="0">
                                          <p:val>
                                            <p:strVal val="#ppt_y+0.04"/>
                                          </p:val>
                                        </p:tav>
                                        <p:tav tm="100000">
                                          <p:val>
                                            <p:strVal val="#ppt_y"/>
                                          </p:val>
                                        </p:tav>
                                      </p:tavLst>
                                    </p:anim>
                                  </p:childTnLst>
                                </p:cTn>
                              </p:par>
                              <p:par>
                                <p:cTn id="108" presetID="42" presetClass="entr" presetSubtype="0" fill="hold" grpId="0" nodeType="withEffect">
                                  <p:stCondLst>
                                    <p:cond delay="990"/>
                                  </p:stCondLst>
                                  <p:childTnLst>
                                    <p:set>
                                      <p:cBhvr>
                                        <p:cTn id="109" dur="1" fill="hold">
                                          <p:stCondLst>
                                            <p:cond delay="0"/>
                                          </p:stCondLst>
                                        </p:cTn>
                                        <p:tgtEl>
                                          <p:spTgt spid="132"/>
                                        </p:tgtEl>
                                        <p:attrNameLst>
                                          <p:attrName>style.visibility</p:attrName>
                                        </p:attrNameLst>
                                      </p:cBhvr>
                                      <p:to>
                                        <p:strVal val="visible"/>
                                      </p:to>
                                    </p:set>
                                    <p:animEffect transition="in" filter="fade">
                                      <p:cBhvr>
                                        <p:cTn id="110" dur="600"/>
                                        <p:tgtEl>
                                          <p:spTgt spid="132"/>
                                        </p:tgtEl>
                                      </p:cBhvr>
                                    </p:animEffect>
                                    <p:anim calcmode="lin" valueType="num">
                                      <p:cBhvr>
                                        <p:cTn id="111" dur="600" fill="hold">
                                          <p:stCondLst>
                                            <p:cond delay="0"/>
                                          </p:stCondLst>
                                        </p:cTn>
                                        <p:tgtEl>
                                          <p:spTgt spid="132"/>
                                        </p:tgtEl>
                                        <p:attrNameLst>
                                          <p:attrName>ppt_x</p:attrName>
                                        </p:attrNameLst>
                                      </p:cBhvr>
                                      <p:tavLst>
                                        <p:tav tm="0">
                                          <p:val>
                                            <p:strVal val="#ppt_x"/>
                                          </p:val>
                                        </p:tav>
                                        <p:tav tm="100000">
                                          <p:val>
                                            <p:strVal val="#ppt_x"/>
                                          </p:val>
                                        </p:tav>
                                      </p:tavLst>
                                    </p:anim>
                                    <p:anim calcmode="lin" valueType="num">
                                      <p:cBhvr>
                                        <p:cTn id="112" dur="600" decel="100000" fill="hold">
                                          <p:stCondLst>
                                            <p:cond delay="0"/>
                                          </p:stCondLst>
                                        </p:cTn>
                                        <p:tgtEl>
                                          <p:spTgt spid="132"/>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
        <p:cNvGrpSpPr/>
        <p:nvPr/>
      </p:nvGrpSpPr>
      <p:grpSpPr>
        <a:xfrm>
          <a:off x="0" y="0"/>
          <a:ext cx="0" cy="0"/>
          <a:chOff x="0" y="0"/>
          <a:chExt cx="0" cy="0"/>
        </a:xfrm>
      </p:grpSpPr>
      <p:sp>
        <p:nvSpPr>
          <p:cNvPr id="133" name="Kicker 133"/>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03</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نظرة عامة</a:t>
            </a:r>
            <a:endParaRPr lang="ar-SA" sz="1200" dirty="0"/>
          </a:p>
        </p:txBody>
      </p:sp>
      <p:sp>
        <p:nvSpPr>
          <p:cNvPr id="134" name="Title 134"/>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المحتويات</a:t>
            </a:r>
            <a:endParaRPr lang="ar-SA" sz="1200" dirty="0"/>
          </a:p>
        </p:txBody>
      </p:sp>
      <p:sp>
        <p:nvSpPr>
          <p:cNvPr id="135" name="TOC row 135"/>
          <p:cNvSpPr/>
          <p:nvPr/>
        </p:nvSpPr>
        <p:spPr>
          <a:xfrm>
            <a:off x="4754880" y="1371600"/>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36" name="Badge 136"/>
          <p:cNvSpPr/>
          <p:nvPr/>
        </p:nvSpPr>
        <p:spPr>
          <a:xfrm>
            <a:off x="8193024" y="1481328"/>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01</a:t>
            </a:r>
            <a:endParaRPr lang="ar-SA" sz="1200" dirty="0"/>
          </a:p>
        </p:txBody>
      </p:sp>
      <p:sp>
        <p:nvSpPr>
          <p:cNvPr id="137" name="TOC label 137"/>
          <p:cNvSpPr txBox="1"/>
          <p:nvPr/>
        </p:nvSpPr>
        <p:spPr>
          <a:xfrm>
            <a:off x="4937760" y="1371600"/>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أعضاء الفريق</a:t>
            </a:r>
            <a:endParaRPr lang="ar-SA" sz="1200" dirty="0"/>
          </a:p>
        </p:txBody>
      </p:sp>
      <p:sp>
        <p:nvSpPr>
          <p:cNvPr id="138" name="TOC row 138"/>
          <p:cNvSpPr/>
          <p:nvPr/>
        </p:nvSpPr>
        <p:spPr>
          <a:xfrm>
            <a:off x="4754880" y="2084832"/>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39" name="Badge 139"/>
          <p:cNvSpPr/>
          <p:nvPr/>
        </p:nvSpPr>
        <p:spPr>
          <a:xfrm>
            <a:off x="8193024" y="2194560"/>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02</a:t>
            </a:r>
            <a:endParaRPr lang="ar-SA" sz="1200" dirty="0"/>
          </a:p>
        </p:txBody>
      </p:sp>
      <p:sp>
        <p:nvSpPr>
          <p:cNvPr id="140" name="TOC label 140"/>
          <p:cNvSpPr txBox="1"/>
          <p:nvPr/>
        </p:nvSpPr>
        <p:spPr>
          <a:xfrm>
            <a:off x="4937760" y="2084832"/>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المشكلة والحل</a:t>
            </a:r>
            <a:endParaRPr lang="ar-SA" sz="1200" dirty="0"/>
          </a:p>
        </p:txBody>
      </p:sp>
      <p:sp>
        <p:nvSpPr>
          <p:cNvPr id="141" name="TOC row 141"/>
          <p:cNvSpPr/>
          <p:nvPr/>
        </p:nvSpPr>
        <p:spPr>
          <a:xfrm>
            <a:off x="4754880" y="2798064"/>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42" name="Badge 142"/>
          <p:cNvSpPr/>
          <p:nvPr/>
        </p:nvSpPr>
        <p:spPr>
          <a:xfrm>
            <a:off x="8193024" y="2907792"/>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03</a:t>
            </a:r>
            <a:endParaRPr lang="ar-SA" sz="1200" dirty="0"/>
          </a:p>
        </p:txBody>
      </p:sp>
      <p:sp>
        <p:nvSpPr>
          <p:cNvPr id="143" name="TOC label 143"/>
          <p:cNvSpPr txBox="1"/>
          <p:nvPr/>
        </p:nvSpPr>
        <p:spPr>
          <a:xfrm>
            <a:off x="4937760" y="2798064"/>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وصف الفكرة</a:t>
            </a:r>
            <a:endParaRPr lang="ar-SA" sz="1200" dirty="0"/>
          </a:p>
        </p:txBody>
      </p:sp>
      <p:sp>
        <p:nvSpPr>
          <p:cNvPr id="144" name="TOC row 144"/>
          <p:cNvSpPr/>
          <p:nvPr/>
        </p:nvSpPr>
        <p:spPr>
          <a:xfrm>
            <a:off x="4754880" y="3511296"/>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45" name="Badge 145"/>
          <p:cNvSpPr/>
          <p:nvPr/>
        </p:nvSpPr>
        <p:spPr>
          <a:xfrm>
            <a:off x="8193024" y="3621024"/>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04</a:t>
            </a:r>
            <a:endParaRPr lang="ar-SA" sz="1200" dirty="0"/>
          </a:p>
        </p:txBody>
      </p:sp>
      <p:sp>
        <p:nvSpPr>
          <p:cNvPr id="146" name="TOC label 146"/>
          <p:cNvSpPr txBox="1"/>
          <p:nvPr/>
        </p:nvSpPr>
        <p:spPr>
          <a:xfrm>
            <a:off x="4937760" y="3511296"/>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التقنيات المستخدمة</a:t>
            </a:r>
            <a:endParaRPr lang="ar-SA" sz="1200" dirty="0"/>
          </a:p>
        </p:txBody>
      </p:sp>
      <p:sp>
        <p:nvSpPr>
          <p:cNvPr id="147" name="TOC row 147"/>
          <p:cNvSpPr/>
          <p:nvPr/>
        </p:nvSpPr>
        <p:spPr>
          <a:xfrm>
            <a:off x="457200" y="1371600"/>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48" name="Badge 148"/>
          <p:cNvSpPr/>
          <p:nvPr/>
        </p:nvSpPr>
        <p:spPr>
          <a:xfrm>
            <a:off x="3895344" y="1481328"/>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05</a:t>
            </a:r>
            <a:endParaRPr lang="ar-SA" sz="1200" dirty="0"/>
          </a:p>
        </p:txBody>
      </p:sp>
      <p:sp>
        <p:nvSpPr>
          <p:cNvPr id="149" name="TOC label 149"/>
          <p:cNvSpPr txBox="1"/>
          <p:nvPr/>
        </p:nvSpPr>
        <p:spPr>
          <a:xfrm>
            <a:off x="640080" y="1371600"/>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البيانات المستخدمة</a:t>
            </a:r>
            <a:endParaRPr lang="ar-SA" sz="1200" dirty="0"/>
          </a:p>
        </p:txBody>
      </p:sp>
      <p:sp>
        <p:nvSpPr>
          <p:cNvPr id="150" name="TOC row 150"/>
          <p:cNvSpPr/>
          <p:nvPr/>
        </p:nvSpPr>
        <p:spPr>
          <a:xfrm>
            <a:off x="457200" y="2084832"/>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51" name="Badge 151"/>
          <p:cNvSpPr/>
          <p:nvPr/>
        </p:nvSpPr>
        <p:spPr>
          <a:xfrm>
            <a:off x="3895344" y="2194560"/>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06</a:t>
            </a:r>
            <a:endParaRPr lang="ar-SA" sz="1200" dirty="0"/>
          </a:p>
        </p:txBody>
      </p:sp>
      <p:sp>
        <p:nvSpPr>
          <p:cNvPr id="152" name="TOC label 152"/>
          <p:cNvSpPr txBox="1"/>
          <p:nvPr/>
        </p:nvSpPr>
        <p:spPr>
          <a:xfrm>
            <a:off x="640080" y="2084832"/>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تدفق البيانات واستخدامها</a:t>
            </a:r>
            <a:endParaRPr lang="ar-SA" sz="1200" dirty="0"/>
          </a:p>
        </p:txBody>
      </p:sp>
      <p:sp>
        <p:nvSpPr>
          <p:cNvPr id="153" name="TOC row 153"/>
          <p:cNvSpPr/>
          <p:nvPr/>
        </p:nvSpPr>
        <p:spPr>
          <a:xfrm>
            <a:off x="457200" y="2798064"/>
            <a:ext cx="3931920" cy="585216"/>
          </a:xfrm>
          <a:prstGeom prst="roundRect">
            <a:avLst>
              <a:gd name="adj" fmla="val 1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54" name="Badge 154"/>
          <p:cNvSpPr/>
          <p:nvPr/>
        </p:nvSpPr>
        <p:spPr>
          <a:xfrm>
            <a:off x="3895344" y="2907792"/>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07</a:t>
            </a:r>
            <a:endParaRPr lang="ar-SA" sz="1200" dirty="0"/>
          </a:p>
        </p:txBody>
      </p:sp>
      <p:sp>
        <p:nvSpPr>
          <p:cNvPr id="155" name="TOC label 155"/>
          <p:cNvSpPr txBox="1"/>
          <p:nvPr/>
        </p:nvSpPr>
        <p:spPr>
          <a:xfrm>
            <a:off x="640080" y="2798064"/>
            <a:ext cx="3154680" cy="58521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0" dirty="0">
                <a:solidFill>
                  <a:srgbClr val="F5F5F8"/>
                </a:solidFill>
                <a:latin typeface="Tajawal"/>
                <a:ea typeface="Tajawal"/>
                <a:cs typeface="Tajawal"/>
              </a:rPr>
              <a:t>ملخص</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700"/>
                                        <p:tgtEl>
                                          <p:spTgt spid="133"/>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34"/>
                                        </p:tgtEl>
                                        <p:attrNameLst>
                                          <p:attrName>style.visibility</p:attrName>
                                        </p:attrNameLst>
                                      </p:cBhvr>
                                      <p:to>
                                        <p:strVal val="visible"/>
                                      </p:to>
                                    </p:set>
                                    <p:animEffect transition="in" filter="fade">
                                      <p:cBhvr>
                                        <p:cTn id="10" dur="600"/>
                                        <p:tgtEl>
                                          <p:spTgt spid="134"/>
                                        </p:tgtEl>
                                      </p:cBhvr>
                                    </p:animEffect>
                                    <p:anim calcmode="lin" valueType="num">
                                      <p:cBhvr>
                                        <p:cTn id="11" dur="600" fill="hold">
                                          <p:stCondLst>
                                            <p:cond delay="0"/>
                                          </p:stCondLst>
                                        </p:cTn>
                                        <p:tgtEl>
                                          <p:spTgt spid="134"/>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134"/>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135"/>
                                        </p:tgtEl>
                                        <p:attrNameLst>
                                          <p:attrName>style.visibility</p:attrName>
                                        </p:attrNameLst>
                                      </p:cBhvr>
                                      <p:to>
                                        <p:strVal val="visible"/>
                                      </p:to>
                                    </p:set>
                                    <p:animEffect transition="in" filter="fade">
                                      <p:cBhvr>
                                        <p:cTn id="15" dur="600"/>
                                        <p:tgtEl>
                                          <p:spTgt spid="135"/>
                                        </p:tgtEl>
                                      </p:cBhvr>
                                    </p:animEffect>
                                    <p:anim calcmode="lin" valueType="num">
                                      <p:cBhvr>
                                        <p:cTn id="16" dur="600" fill="hold">
                                          <p:stCondLst>
                                            <p:cond delay="0"/>
                                          </p:stCondLst>
                                        </p:cTn>
                                        <p:tgtEl>
                                          <p:spTgt spid="135"/>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135"/>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136"/>
                                        </p:tgtEl>
                                        <p:attrNameLst>
                                          <p:attrName>style.visibility</p:attrName>
                                        </p:attrNameLst>
                                      </p:cBhvr>
                                      <p:to>
                                        <p:strVal val="visible"/>
                                      </p:to>
                                    </p:set>
                                    <p:animEffect transition="in" filter="fade">
                                      <p:cBhvr>
                                        <p:cTn id="20" dur="600"/>
                                        <p:tgtEl>
                                          <p:spTgt spid="136"/>
                                        </p:tgtEl>
                                      </p:cBhvr>
                                    </p:animEffect>
                                    <p:anim calcmode="lin" valueType="num">
                                      <p:cBhvr>
                                        <p:cTn id="21" dur="600" fill="hold">
                                          <p:stCondLst>
                                            <p:cond delay="0"/>
                                          </p:stCondLst>
                                        </p:cTn>
                                        <p:tgtEl>
                                          <p:spTgt spid="136"/>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136"/>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137"/>
                                        </p:tgtEl>
                                        <p:attrNameLst>
                                          <p:attrName>style.visibility</p:attrName>
                                        </p:attrNameLst>
                                      </p:cBhvr>
                                      <p:to>
                                        <p:strVal val="visible"/>
                                      </p:to>
                                    </p:set>
                                    <p:animEffect transition="in" filter="fade">
                                      <p:cBhvr>
                                        <p:cTn id="25" dur="600"/>
                                        <p:tgtEl>
                                          <p:spTgt spid="137"/>
                                        </p:tgtEl>
                                      </p:cBhvr>
                                    </p:animEffect>
                                    <p:anim calcmode="lin" valueType="num">
                                      <p:cBhvr>
                                        <p:cTn id="26" dur="600" fill="hold">
                                          <p:stCondLst>
                                            <p:cond delay="0"/>
                                          </p:stCondLst>
                                        </p:cTn>
                                        <p:tgtEl>
                                          <p:spTgt spid="137"/>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137"/>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460"/>
                                  </p:stCondLst>
                                  <p:childTnLst>
                                    <p:set>
                                      <p:cBhvr>
                                        <p:cTn id="29" dur="1" fill="hold">
                                          <p:stCondLst>
                                            <p:cond delay="0"/>
                                          </p:stCondLst>
                                        </p:cTn>
                                        <p:tgtEl>
                                          <p:spTgt spid="147"/>
                                        </p:tgtEl>
                                        <p:attrNameLst>
                                          <p:attrName>style.visibility</p:attrName>
                                        </p:attrNameLst>
                                      </p:cBhvr>
                                      <p:to>
                                        <p:strVal val="visible"/>
                                      </p:to>
                                    </p:set>
                                    <p:animEffect transition="in" filter="fade">
                                      <p:cBhvr>
                                        <p:cTn id="30" dur="600"/>
                                        <p:tgtEl>
                                          <p:spTgt spid="147"/>
                                        </p:tgtEl>
                                      </p:cBhvr>
                                    </p:animEffect>
                                    <p:anim calcmode="lin" valueType="num">
                                      <p:cBhvr>
                                        <p:cTn id="31" dur="600" fill="hold">
                                          <p:stCondLst>
                                            <p:cond delay="0"/>
                                          </p:stCondLst>
                                        </p:cTn>
                                        <p:tgtEl>
                                          <p:spTgt spid="147"/>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147"/>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460"/>
                                  </p:stCondLst>
                                  <p:childTnLst>
                                    <p:set>
                                      <p:cBhvr>
                                        <p:cTn id="34" dur="1" fill="hold">
                                          <p:stCondLst>
                                            <p:cond delay="0"/>
                                          </p:stCondLst>
                                        </p:cTn>
                                        <p:tgtEl>
                                          <p:spTgt spid="148"/>
                                        </p:tgtEl>
                                        <p:attrNameLst>
                                          <p:attrName>style.visibility</p:attrName>
                                        </p:attrNameLst>
                                      </p:cBhvr>
                                      <p:to>
                                        <p:strVal val="visible"/>
                                      </p:to>
                                    </p:set>
                                    <p:animEffect transition="in" filter="fade">
                                      <p:cBhvr>
                                        <p:cTn id="35" dur="600"/>
                                        <p:tgtEl>
                                          <p:spTgt spid="148"/>
                                        </p:tgtEl>
                                      </p:cBhvr>
                                    </p:animEffect>
                                    <p:anim calcmode="lin" valueType="num">
                                      <p:cBhvr>
                                        <p:cTn id="36" dur="600" fill="hold">
                                          <p:stCondLst>
                                            <p:cond delay="0"/>
                                          </p:stCondLst>
                                        </p:cTn>
                                        <p:tgtEl>
                                          <p:spTgt spid="148"/>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148"/>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460"/>
                                  </p:stCondLst>
                                  <p:childTnLst>
                                    <p:set>
                                      <p:cBhvr>
                                        <p:cTn id="39" dur="1" fill="hold">
                                          <p:stCondLst>
                                            <p:cond delay="0"/>
                                          </p:stCondLst>
                                        </p:cTn>
                                        <p:tgtEl>
                                          <p:spTgt spid="149"/>
                                        </p:tgtEl>
                                        <p:attrNameLst>
                                          <p:attrName>style.visibility</p:attrName>
                                        </p:attrNameLst>
                                      </p:cBhvr>
                                      <p:to>
                                        <p:strVal val="visible"/>
                                      </p:to>
                                    </p:set>
                                    <p:animEffect transition="in" filter="fade">
                                      <p:cBhvr>
                                        <p:cTn id="40" dur="600"/>
                                        <p:tgtEl>
                                          <p:spTgt spid="149"/>
                                        </p:tgtEl>
                                      </p:cBhvr>
                                    </p:animEffect>
                                    <p:anim calcmode="lin" valueType="num">
                                      <p:cBhvr>
                                        <p:cTn id="41" dur="600" fill="hold">
                                          <p:stCondLst>
                                            <p:cond delay="0"/>
                                          </p:stCondLst>
                                        </p:cTn>
                                        <p:tgtEl>
                                          <p:spTgt spid="149"/>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149"/>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70"/>
                                  </p:stCondLst>
                                  <p:childTnLst>
                                    <p:set>
                                      <p:cBhvr>
                                        <p:cTn id="44" dur="1" fill="hold">
                                          <p:stCondLst>
                                            <p:cond delay="0"/>
                                          </p:stCondLst>
                                        </p:cTn>
                                        <p:tgtEl>
                                          <p:spTgt spid="138"/>
                                        </p:tgtEl>
                                        <p:attrNameLst>
                                          <p:attrName>style.visibility</p:attrName>
                                        </p:attrNameLst>
                                      </p:cBhvr>
                                      <p:to>
                                        <p:strVal val="visible"/>
                                      </p:to>
                                    </p:set>
                                    <p:animEffect transition="in" filter="fade">
                                      <p:cBhvr>
                                        <p:cTn id="45" dur="600"/>
                                        <p:tgtEl>
                                          <p:spTgt spid="138"/>
                                        </p:tgtEl>
                                      </p:cBhvr>
                                    </p:animEffect>
                                    <p:anim calcmode="lin" valueType="num">
                                      <p:cBhvr>
                                        <p:cTn id="46" dur="600" fill="hold">
                                          <p:stCondLst>
                                            <p:cond delay="0"/>
                                          </p:stCondLst>
                                        </p:cTn>
                                        <p:tgtEl>
                                          <p:spTgt spid="138"/>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138"/>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570"/>
                                  </p:stCondLst>
                                  <p:childTnLst>
                                    <p:set>
                                      <p:cBhvr>
                                        <p:cTn id="49" dur="1" fill="hold">
                                          <p:stCondLst>
                                            <p:cond delay="0"/>
                                          </p:stCondLst>
                                        </p:cTn>
                                        <p:tgtEl>
                                          <p:spTgt spid="139"/>
                                        </p:tgtEl>
                                        <p:attrNameLst>
                                          <p:attrName>style.visibility</p:attrName>
                                        </p:attrNameLst>
                                      </p:cBhvr>
                                      <p:to>
                                        <p:strVal val="visible"/>
                                      </p:to>
                                    </p:set>
                                    <p:animEffect transition="in" filter="fade">
                                      <p:cBhvr>
                                        <p:cTn id="50" dur="600"/>
                                        <p:tgtEl>
                                          <p:spTgt spid="139"/>
                                        </p:tgtEl>
                                      </p:cBhvr>
                                    </p:animEffect>
                                    <p:anim calcmode="lin" valueType="num">
                                      <p:cBhvr>
                                        <p:cTn id="51" dur="600" fill="hold">
                                          <p:stCondLst>
                                            <p:cond delay="0"/>
                                          </p:stCondLst>
                                        </p:cTn>
                                        <p:tgtEl>
                                          <p:spTgt spid="139"/>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139"/>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570"/>
                                  </p:stCondLst>
                                  <p:childTnLst>
                                    <p:set>
                                      <p:cBhvr>
                                        <p:cTn id="54" dur="1" fill="hold">
                                          <p:stCondLst>
                                            <p:cond delay="0"/>
                                          </p:stCondLst>
                                        </p:cTn>
                                        <p:tgtEl>
                                          <p:spTgt spid="140"/>
                                        </p:tgtEl>
                                        <p:attrNameLst>
                                          <p:attrName>style.visibility</p:attrName>
                                        </p:attrNameLst>
                                      </p:cBhvr>
                                      <p:to>
                                        <p:strVal val="visible"/>
                                      </p:to>
                                    </p:set>
                                    <p:animEffect transition="in" filter="fade">
                                      <p:cBhvr>
                                        <p:cTn id="55" dur="600"/>
                                        <p:tgtEl>
                                          <p:spTgt spid="140"/>
                                        </p:tgtEl>
                                      </p:cBhvr>
                                    </p:animEffect>
                                    <p:anim calcmode="lin" valueType="num">
                                      <p:cBhvr>
                                        <p:cTn id="56" dur="600" fill="hold">
                                          <p:stCondLst>
                                            <p:cond delay="0"/>
                                          </p:stCondLst>
                                        </p:cTn>
                                        <p:tgtEl>
                                          <p:spTgt spid="140"/>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140"/>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680"/>
                                  </p:stCondLst>
                                  <p:childTnLst>
                                    <p:set>
                                      <p:cBhvr>
                                        <p:cTn id="59" dur="1" fill="hold">
                                          <p:stCondLst>
                                            <p:cond delay="0"/>
                                          </p:stCondLst>
                                        </p:cTn>
                                        <p:tgtEl>
                                          <p:spTgt spid="150"/>
                                        </p:tgtEl>
                                        <p:attrNameLst>
                                          <p:attrName>style.visibility</p:attrName>
                                        </p:attrNameLst>
                                      </p:cBhvr>
                                      <p:to>
                                        <p:strVal val="visible"/>
                                      </p:to>
                                    </p:set>
                                    <p:animEffect transition="in" filter="fade">
                                      <p:cBhvr>
                                        <p:cTn id="60" dur="600"/>
                                        <p:tgtEl>
                                          <p:spTgt spid="150"/>
                                        </p:tgtEl>
                                      </p:cBhvr>
                                    </p:animEffect>
                                    <p:anim calcmode="lin" valueType="num">
                                      <p:cBhvr>
                                        <p:cTn id="61" dur="600" fill="hold">
                                          <p:stCondLst>
                                            <p:cond delay="0"/>
                                          </p:stCondLst>
                                        </p:cTn>
                                        <p:tgtEl>
                                          <p:spTgt spid="150"/>
                                        </p:tgtEl>
                                        <p:attrNameLst>
                                          <p:attrName>ppt_x</p:attrName>
                                        </p:attrNameLst>
                                      </p:cBhvr>
                                      <p:tavLst>
                                        <p:tav tm="0">
                                          <p:val>
                                            <p:strVal val="#ppt_x"/>
                                          </p:val>
                                        </p:tav>
                                        <p:tav tm="100000">
                                          <p:val>
                                            <p:strVal val="#ppt_x"/>
                                          </p:val>
                                        </p:tav>
                                      </p:tavLst>
                                    </p:anim>
                                    <p:anim calcmode="lin" valueType="num">
                                      <p:cBhvr>
                                        <p:cTn id="62" dur="600" decel="100000" fill="hold">
                                          <p:stCondLst>
                                            <p:cond delay="0"/>
                                          </p:stCondLst>
                                        </p:cTn>
                                        <p:tgtEl>
                                          <p:spTgt spid="150"/>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680"/>
                                  </p:stCondLst>
                                  <p:childTnLst>
                                    <p:set>
                                      <p:cBhvr>
                                        <p:cTn id="64" dur="1" fill="hold">
                                          <p:stCondLst>
                                            <p:cond delay="0"/>
                                          </p:stCondLst>
                                        </p:cTn>
                                        <p:tgtEl>
                                          <p:spTgt spid="151"/>
                                        </p:tgtEl>
                                        <p:attrNameLst>
                                          <p:attrName>style.visibility</p:attrName>
                                        </p:attrNameLst>
                                      </p:cBhvr>
                                      <p:to>
                                        <p:strVal val="visible"/>
                                      </p:to>
                                    </p:set>
                                    <p:animEffect transition="in" filter="fade">
                                      <p:cBhvr>
                                        <p:cTn id="65" dur="600"/>
                                        <p:tgtEl>
                                          <p:spTgt spid="151"/>
                                        </p:tgtEl>
                                      </p:cBhvr>
                                    </p:animEffect>
                                    <p:anim calcmode="lin" valueType="num">
                                      <p:cBhvr>
                                        <p:cTn id="66" dur="600" fill="hold">
                                          <p:stCondLst>
                                            <p:cond delay="0"/>
                                          </p:stCondLst>
                                        </p:cTn>
                                        <p:tgtEl>
                                          <p:spTgt spid="151"/>
                                        </p:tgtEl>
                                        <p:attrNameLst>
                                          <p:attrName>ppt_x</p:attrName>
                                        </p:attrNameLst>
                                      </p:cBhvr>
                                      <p:tavLst>
                                        <p:tav tm="0">
                                          <p:val>
                                            <p:strVal val="#ppt_x"/>
                                          </p:val>
                                        </p:tav>
                                        <p:tav tm="100000">
                                          <p:val>
                                            <p:strVal val="#ppt_x"/>
                                          </p:val>
                                        </p:tav>
                                      </p:tavLst>
                                    </p:anim>
                                    <p:anim calcmode="lin" valueType="num">
                                      <p:cBhvr>
                                        <p:cTn id="67" dur="600" decel="100000" fill="hold">
                                          <p:stCondLst>
                                            <p:cond delay="0"/>
                                          </p:stCondLst>
                                        </p:cTn>
                                        <p:tgtEl>
                                          <p:spTgt spid="151"/>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680"/>
                                  </p:stCondLst>
                                  <p:childTnLst>
                                    <p:set>
                                      <p:cBhvr>
                                        <p:cTn id="69" dur="1" fill="hold">
                                          <p:stCondLst>
                                            <p:cond delay="0"/>
                                          </p:stCondLst>
                                        </p:cTn>
                                        <p:tgtEl>
                                          <p:spTgt spid="152"/>
                                        </p:tgtEl>
                                        <p:attrNameLst>
                                          <p:attrName>style.visibility</p:attrName>
                                        </p:attrNameLst>
                                      </p:cBhvr>
                                      <p:to>
                                        <p:strVal val="visible"/>
                                      </p:to>
                                    </p:set>
                                    <p:animEffect transition="in" filter="fade">
                                      <p:cBhvr>
                                        <p:cTn id="70" dur="600"/>
                                        <p:tgtEl>
                                          <p:spTgt spid="152"/>
                                        </p:tgtEl>
                                      </p:cBhvr>
                                    </p:animEffect>
                                    <p:anim calcmode="lin" valueType="num">
                                      <p:cBhvr>
                                        <p:cTn id="71" dur="600" fill="hold">
                                          <p:stCondLst>
                                            <p:cond delay="0"/>
                                          </p:stCondLst>
                                        </p:cTn>
                                        <p:tgtEl>
                                          <p:spTgt spid="152"/>
                                        </p:tgtEl>
                                        <p:attrNameLst>
                                          <p:attrName>ppt_x</p:attrName>
                                        </p:attrNameLst>
                                      </p:cBhvr>
                                      <p:tavLst>
                                        <p:tav tm="0">
                                          <p:val>
                                            <p:strVal val="#ppt_x"/>
                                          </p:val>
                                        </p:tav>
                                        <p:tav tm="100000">
                                          <p:val>
                                            <p:strVal val="#ppt_x"/>
                                          </p:val>
                                        </p:tav>
                                      </p:tavLst>
                                    </p:anim>
                                    <p:anim calcmode="lin" valueType="num">
                                      <p:cBhvr>
                                        <p:cTn id="72" dur="600" decel="100000" fill="hold">
                                          <p:stCondLst>
                                            <p:cond delay="0"/>
                                          </p:stCondLst>
                                        </p:cTn>
                                        <p:tgtEl>
                                          <p:spTgt spid="152"/>
                                        </p:tgtEl>
                                        <p:attrNameLst>
                                          <p:attrName>ppt_y</p:attrName>
                                        </p:attrNameLst>
                                      </p:cBhvr>
                                      <p:tavLst>
                                        <p:tav tm="0">
                                          <p:val>
                                            <p:strVal val="#ppt_y+0.04"/>
                                          </p:val>
                                        </p:tav>
                                        <p:tav tm="100000">
                                          <p:val>
                                            <p:strVal val="#ppt_y"/>
                                          </p:val>
                                        </p:tav>
                                      </p:tavLst>
                                    </p:anim>
                                  </p:childTnLst>
                                </p:cTn>
                              </p:par>
                              <p:par>
                                <p:cTn id="73" presetID="42" presetClass="entr" presetSubtype="0" fill="hold" grpId="0" nodeType="withEffect">
                                  <p:stCondLst>
                                    <p:cond delay="790"/>
                                  </p:stCondLst>
                                  <p:childTnLst>
                                    <p:set>
                                      <p:cBhvr>
                                        <p:cTn id="74" dur="1" fill="hold">
                                          <p:stCondLst>
                                            <p:cond delay="0"/>
                                          </p:stCondLst>
                                        </p:cTn>
                                        <p:tgtEl>
                                          <p:spTgt spid="141"/>
                                        </p:tgtEl>
                                        <p:attrNameLst>
                                          <p:attrName>style.visibility</p:attrName>
                                        </p:attrNameLst>
                                      </p:cBhvr>
                                      <p:to>
                                        <p:strVal val="visible"/>
                                      </p:to>
                                    </p:set>
                                    <p:animEffect transition="in" filter="fade">
                                      <p:cBhvr>
                                        <p:cTn id="75" dur="600"/>
                                        <p:tgtEl>
                                          <p:spTgt spid="141"/>
                                        </p:tgtEl>
                                      </p:cBhvr>
                                    </p:animEffect>
                                    <p:anim calcmode="lin" valueType="num">
                                      <p:cBhvr>
                                        <p:cTn id="76" dur="600" fill="hold">
                                          <p:stCondLst>
                                            <p:cond delay="0"/>
                                          </p:stCondLst>
                                        </p:cTn>
                                        <p:tgtEl>
                                          <p:spTgt spid="141"/>
                                        </p:tgtEl>
                                        <p:attrNameLst>
                                          <p:attrName>ppt_x</p:attrName>
                                        </p:attrNameLst>
                                      </p:cBhvr>
                                      <p:tavLst>
                                        <p:tav tm="0">
                                          <p:val>
                                            <p:strVal val="#ppt_x"/>
                                          </p:val>
                                        </p:tav>
                                        <p:tav tm="100000">
                                          <p:val>
                                            <p:strVal val="#ppt_x"/>
                                          </p:val>
                                        </p:tav>
                                      </p:tavLst>
                                    </p:anim>
                                    <p:anim calcmode="lin" valueType="num">
                                      <p:cBhvr>
                                        <p:cTn id="77" dur="600" decel="100000" fill="hold">
                                          <p:stCondLst>
                                            <p:cond delay="0"/>
                                          </p:stCondLst>
                                        </p:cTn>
                                        <p:tgtEl>
                                          <p:spTgt spid="141"/>
                                        </p:tgtEl>
                                        <p:attrNameLst>
                                          <p:attrName>ppt_y</p:attrName>
                                        </p:attrNameLst>
                                      </p:cBhvr>
                                      <p:tavLst>
                                        <p:tav tm="0">
                                          <p:val>
                                            <p:strVal val="#ppt_y+0.04"/>
                                          </p:val>
                                        </p:tav>
                                        <p:tav tm="100000">
                                          <p:val>
                                            <p:strVal val="#ppt_y"/>
                                          </p:val>
                                        </p:tav>
                                      </p:tavLst>
                                    </p:anim>
                                  </p:childTnLst>
                                </p:cTn>
                              </p:par>
                              <p:par>
                                <p:cTn id="78" presetID="42" presetClass="entr" presetSubtype="0" fill="hold" grpId="0" nodeType="withEffect">
                                  <p:stCondLst>
                                    <p:cond delay="790"/>
                                  </p:stCondLst>
                                  <p:childTnLst>
                                    <p:set>
                                      <p:cBhvr>
                                        <p:cTn id="79" dur="1" fill="hold">
                                          <p:stCondLst>
                                            <p:cond delay="0"/>
                                          </p:stCondLst>
                                        </p:cTn>
                                        <p:tgtEl>
                                          <p:spTgt spid="142"/>
                                        </p:tgtEl>
                                        <p:attrNameLst>
                                          <p:attrName>style.visibility</p:attrName>
                                        </p:attrNameLst>
                                      </p:cBhvr>
                                      <p:to>
                                        <p:strVal val="visible"/>
                                      </p:to>
                                    </p:set>
                                    <p:animEffect transition="in" filter="fade">
                                      <p:cBhvr>
                                        <p:cTn id="80" dur="600"/>
                                        <p:tgtEl>
                                          <p:spTgt spid="142"/>
                                        </p:tgtEl>
                                      </p:cBhvr>
                                    </p:animEffect>
                                    <p:anim calcmode="lin" valueType="num">
                                      <p:cBhvr>
                                        <p:cTn id="81" dur="600" fill="hold">
                                          <p:stCondLst>
                                            <p:cond delay="0"/>
                                          </p:stCondLst>
                                        </p:cTn>
                                        <p:tgtEl>
                                          <p:spTgt spid="142"/>
                                        </p:tgtEl>
                                        <p:attrNameLst>
                                          <p:attrName>ppt_x</p:attrName>
                                        </p:attrNameLst>
                                      </p:cBhvr>
                                      <p:tavLst>
                                        <p:tav tm="0">
                                          <p:val>
                                            <p:strVal val="#ppt_x"/>
                                          </p:val>
                                        </p:tav>
                                        <p:tav tm="100000">
                                          <p:val>
                                            <p:strVal val="#ppt_x"/>
                                          </p:val>
                                        </p:tav>
                                      </p:tavLst>
                                    </p:anim>
                                    <p:anim calcmode="lin" valueType="num">
                                      <p:cBhvr>
                                        <p:cTn id="82" dur="600" decel="100000" fill="hold">
                                          <p:stCondLst>
                                            <p:cond delay="0"/>
                                          </p:stCondLst>
                                        </p:cTn>
                                        <p:tgtEl>
                                          <p:spTgt spid="142"/>
                                        </p:tgtEl>
                                        <p:attrNameLst>
                                          <p:attrName>ppt_y</p:attrName>
                                        </p:attrNameLst>
                                      </p:cBhvr>
                                      <p:tavLst>
                                        <p:tav tm="0">
                                          <p:val>
                                            <p:strVal val="#ppt_y+0.04"/>
                                          </p:val>
                                        </p:tav>
                                        <p:tav tm="100000">
                                          <p:val>
                                            <p:strVal val="#ppt_y"/>
                                          </p:val>
                                        </p:tav>
                                      </p:tavLst>
                                    </p:anim>
                                  </p:childTnLst>
                                </p:cTn>
                              </p:par>
                              <p:par>
                                <p:cTn id="83" presetID="42" presetClass="entr" presetSubtype="0" fill="hold" grpId="0" nodeType="withEffect">
                                  <p:stCondLst>
                                    <p:cond delay="790"/>
                                  </p:stCondLst>
                                  <p:childTnLst>
                                    <p:set>
                                      <p:cBhvr>
                                        <p:cTn id="84" dur="1" fill="hold">
                                          <p:stCondLst>
                                            <p:cond delay="0"/>
                                          </p:stCondLst>
                                        </p:cTn>
                                        <p:tgtEl>
                                          <p:spTgt spid="143"/>
                                        </p:tgtEl>
                                        <p:attrNameLst>
                                          <p:attrName>style.visibility</p:attrName>
                                        </p:attrNameLst>
                                      </p:cBhvr>
                                      <p:to>
                                        <p:strVal val="visible"/>
                                      </p:to>
                                    </p:set>
                                    <p:animEffect transition="in" filter="fade">
                                      <p:cBhvr>
                                        <p:cTn id="85" dur="600"/>
                                        <p:tgtEl>
                                          <p:spTgt spid="143"/>
                                        </p:tgtEl>
                                      </p:cBhvr>
                                    </p:animEffect>
                                    <p:anim calcmode="lin" valueType="num">
                                      <p:cBhvr>
                                        <p:cTn id="86" dur="600" fill="hold">
                                          <p:stCondLst>
                                            <p:cond delay="0"/>
                                          </p:stCondLst>
                                        </p:cTn>
                                        <p:tgtEl>
                                          <p:spTgt spid="143"/>
                                        </p:tgtEl>
                                        <p:attrNameLst>
                                          <p:attrName>ppt_x</p:attrName>
                                        </p:attrNameLst>
                                      </p:cBhvr>
                                      <p:tavLst>
                                        <p:tav tm="0">
                                          <p:val>
                                            <p:strVal val="#ppt_x"/>
                                          </p:val>
                                        </p:tav>
                                        <p:tav tm="100000">
                                          <p:val>
                                            <p:strVal val="#ppt_x"/>
                                          </p:val>
                                        </p:tav>
                                      </p:tavLst>
                                    </p:anim>
                                    <p:anim calcmode="lin" valueType="num">
                                      <p:cBhvr>
                                        <p:cTn id="87" dur="600" decel="100000" fill="hold">
                                          <p:stCondLst>
                                            <p:cond delay="0"/>
                                          </p:stCondLst>
                                        </p:cTn>
                                        <p:tgtEl>
                                          <p:spTgt spid="143"/>
                                        </p:tgtEl>
                                        <p:attrNameLst>
                                          <p:attrName>ppt_y</p:attrName>
                                        </p:attrNameLst>
                                      </p:cBhvr>
                                      <p:tavLst>
                                        <p:tav tm="0">
                                          <p:val>
                                            <p:strVal val="#ppt_y+0.04"/>
                                          </p:val>
                                        </p:tav>
                                        <p:tav tm="100000">
                                          <p:val>
                                            <p:strVal val="#ppt_y"/>
                                          </p:val>
                                        </p:tav>
                                      </p:tavLst>
                                    </p:anim>
                                  </p:childTnLst>
                                </p:cTn>
                              </p:par>
                              <p:par>
                                <p:cTn id="88" presetID="42" presetClass="entr" presetSubtype="0" fill="hold" grpId="0" nodeType="withEffect">
                                  <p:stCondLst>
                                    <p:cond delay="900"/>
                                  </p:stCondLst>
                                  <p:childTnLst>
                                    <p:set>
                                      <p:cBhvr>
                                        <p:cTn id="89" dur="1" fill="hold">
                                          <p:stCondLst>
                                            <p:cond delay="0"/>
                                          </p:stCondLst>
                                        </p:cTn>
                                        <p:tgtEl>
                                          <p:spTgt spid="153"/>
                                        </p:tgtEl>
                                        <p:attrNameLst>
                                          <p:attrName>style.visibility</p:attrName>
                                        </p:attrNameLst>
                                      </p:cBhvr>
                                      <p:to>
                                        <p:strVal val="visible"/>
                                      </p:to>
                                    </p:set>
                                    <p:animEffect transition="in" filter="fade">
                                      <p:cBhvr>
                                        <p:cTn id="90" dur="600"/>
                                        <p:tgtEl>
                                          <p:spTgt spid="153"/>
                                        </p:tgtEl>
                                      </p:cBhvr>
                                    </p:animEffect>
                                    <p:anim calcmode="lin" valueType="num">
                                      <p:cBhvr>
                                        <p:cTn id="91" dur="600" fill="hold">
                                          <p:stCondLst>
                                            <p:cond delay="0"/>
                                          </p:stCondLst>
                                        </p:cTn>
                                        <p:tgtEl>
                                          <p:spTgt spid="153"/>
                                        </p:tgtEl>
                                        <p:attrNameLst>
                                          <p:attrName>ppt_x</p:attrName>
                                        </p:attrNameLst>
                                      </p:cBhvr>
                                      <p:tavLst>
                                        <p:tav tm="0">
                                          <p:val>
                                            <p:strVal val="#ppt_x"/>
                                          </p:val>
                                        </p:tav>
                                        <p:tav tm="100000">
                                          <p:val>
                                            <p:strVal val="#ppt_x"/>
                                          </p:val>
                                        </p:tav>
                                      </p:tavLst>
                                    </p:anim>
                                    <p:anim calcmode="lin" valueType="num">
                                      <p:cBhvr>
                                        <p:cTn id="92" dur="600" decel="100000" fill="hold">
                                          <p:stCondLst>
                                            <p:cond delay="0"/>
                                          </p:stCondLst>
                                        </p:cTn>
                                        <p:tgtEl>
                                          <p:spTgt spid="153"/>
                                        </p:tgtEl>
                                        <p:attrNameLst>
                                          <p:attrName>ppt_y</p:attrName>
                                        </p:attrNameLst>
                                      </p:cBhvr>
                                      <p:tavLst>
                                        <p:tav tm="0">
                                          <p:val>
                                            <p:strVal val="#ppt_y+0.04"/>
                                          </p:val>
                                        </p:tav>
                                        <p:tav tm="100000">
                                          <p:val>
                                            <p:strVal val="#ppt_y"/>
                                          </p:val>
                                        </p:tav>
                                      </p:tavLst>
                                    </p:anim>
                                  </p:childTnLst>
                                </p:cTn>
                              </p:par>
                              <p:par>
                                <p:cTn id="93" presetID="42" presetClass="entr" presetSubtype="0" fill="hold" grpId="0" nodeType="withEffect">
                                  <p:stCondLst>
                                    <p:cond delay="900"/>
                                  </p:stCondLst>
                                  <p:childTnLst>
                                    <p:set>
                                      <p:cBhvr>
                                        <p:cTn id="94" dur="1" fill="hold">
                                          <p:stCondLst>
                                            <p:cond delay="0"/>
                                          </p:stCondLst>
                                        </p:cTn>
                                        <p:tgtEl>
                                          <p:spTgt spid="154"/>
                                        </p:tgtEl>
                                        <p:attrNameLst>
                                          <p:attrName>style.visibility</p:attrName>
                                        </p:attrNameLst>
                                      </p:cBhvr>
                                      <p:to>
                                        <p:strVal val="visible"/>
                                      </p:to>
                                    </p:set>
                                    <p:animEffect transition="in" filter="fade">
                                      <p:cBhvr>
                                        <p:cTn id="95" dur="600"/>
                                        <p:tgtEl>
                                          <p:spTgt spid="154"/>
                                        </p:tgtEl>
                                      </p:cBhvr>
                                    </p:animEffect>
                                    <p:anim calcmode="lin" valueType="num">
                                      <p:cBhvr>
                                        <p:cTn id="96" dur="600" fill="hold">
                                          <p:stCondLst>
                                            <p:cond delay="0"/>
                                          </p:stCondLst>
                                        </p:cTn>
                                        <p:tgtEl>
                                          <p:spTgt spid="154"/>
                                        </p:tgtEl>
                                        <p:attrNameLst>
                                          <p:attrName>ppt_x</p:attrName>
                                        </p:attrNameLst>
                                      </p:cBhvr>
                                      <p:tavLst>
                                        <p:tav tm="0">
                                          <p:val>
                                            <p:strVal val="#ppt_x"/>
                                          </p:val>
                                        </p:tav>
                                        <p:tav tm="100000">
                                          <p:val>
                                            <p:strVal val="#ppt_x"/>
                                          </p:val>
                                        </p:tav>
                                      </p:tavLst>
                                    </p:anim>
                                    <p:anim calcmode="lin" valueType="num">
                                      <p:cBhvr>
                                        <p:cTn id="97" dur="600" decel="100000" fill="hold">
                                          <p:stCondLst>
                                            <p:cond delay="0"/>
                                          </p:stCondLst>
                                        </p:cTn>
                                        <p:tgtEl>
                                          <p:spTgt spid="154"/>
                                        </p:tgtEl>
                                        <p:attrNameLst>
                                          <p:attrName>ppt_y</p:attrName>
                                        </p:attrNameLst>
                                      </p:cBhvr>
                                      <p:tavLst>
                                        <p:tav tm="0">
                                          <p:val>
                                            <p:strVal val="#ppt_y+0.04"/>
                                          </p:val>
                                        </p:tav>
                                        <p:tav tm="100000">
                                          <p:val>
                                            <p:strVal val="#ppt_y"/>
                                          </p:val>
                                        </p:tav>
                                      </p:tavLst>
                                    </p:anim>
                                  </p:childTnLst>
                                </p:cTn>
                              </p:par>
                              <p:par>
                                <p:cTn id="98" presetID="42" presetClass="entr" presetSubtype="0" fill="hold" grpId="0" nodeType="withEffect">
                                  <p:stCondLst>
                                    <p:cond delay="900"/>
                                  </p:stCondLst>
                                  <p:childTnLst>
                                    <p:set>
                                      <p:cBhvr>
                                        <p:cTn id="99" dur="1" fill="hold">
                                          <p:stCondLst>
                                            <p:cond delay="0"/>
                                          </p:stCondLst>
                                        </p:cTn>
                                        <p:tgtEl>
                                          <p:spTgt spid="155"/>
                                        </p:tgtEl>
                                        <p:attrNameLst>
                                          <p:attrName>style.visibility</p:attrName>
                                        </p:attrNameLst>
                                      </p:cBhvr>
                                      <p:to>
                                        <p:strVal val="visible"/>
                                      </p:to>
                                    </p:set>
                                    <p:animEffect transition="in" filter="fade">
                                      <p:cBhvr>
                                        <p:cTn id="100" dur="600"/>
                                        <p:tgtEl>
                                          <p:spTgt spid="155"/>
                                        </p:tgtEl>
                                      </p:cBhvr>
                                    </p:animEffect>
                                    <p:anim calcmode="lin" valueType="num">
                                      <p:cBhvr>
                                        <p:cTn id="101" dur="600" fill="hold">
                                          <p:stCondLst>
                                            <p:cond delay="0"/>
                                          </p:stCondLst>
                                        </p:cTn>
                                        <p:tgtEl>
                                          <p:spTgt spid="155"/>
                                        </p:tgtEl>
                                        <p:attrNameLst>
                                          <p:attrName>ppt_x</p:attrName>
                                        </p:attrNameLst>
                                      </p:cBhvr>
                                      <p:tavLst>
                                        <p:tav tm="0">
                                          <p:val>
                                            <p:strVal val="#ppt_x"/>
                                          </p:val>
                                        </p:tav>
                                        <p:tav tm="100000">
                                          <p:val>
                                            <p:strVal val="#ppt_x"/>
                                          </p:val>
                                        </p:tav>
                                      </p:tavLst>
                                    </p:anim>
                                    <p:anim calcmode="lin" valueType="num">
                                      <p:cBhvr>
                                        <p:cTn id="102" dur="600" decel="100000" fill="hold">
                                          <p:stCondLst>
                                            <p:cond delay="0"/>
                                          </p:stCondLst>
                                        </p:cTn>
                                        <p:tgtEl>
                                          <p:spTgt spid="155"/>
                                        </p:tgtEl>
                                        <p:attrNameLst>
                                          <p:attrName>ppt_y</p:attrName>
                                        </p:attrNameLst>
                                      </p:cBhvr>
                                      <p:tavLst>
                                        <p:tav tm="0">
                                          <p:val>
                                            <p:strVal val="#ppt_y+0.04"/>
                                          </p:val>
                                        </p:tav>
                                        <p:tav tm="100000">
                                          <p:val>
                                            <p:strVal val="#ppt_y"/>
                                          </p:val>
                                        </p:tav>
                                      </p:tavLst>
                                    </p:anim>
                                  </p:childTnLst>
                                </p:cTn>
                              </p:par>
                              <p:par>
                                <p:cTn id="103" presetID="42" presetClass="entr" presetSubtype="0" fill="hold" grpId="0" nodeType="withEffect">
                                  <p:stCondLst>
                                    <p:cond delay="1010"/>
                                  </p:stCondLst>
                                  <p:childTnLst>
                                    <p:set>
                                      <p:cBhvr>
                                        <p:cTn id="104" dur="1" fill="hold">
                                          <p:stCondLst>
                                            <p:cond delay="0"/>
                                          </p:stCondLst>
                                        </p:cTn>
                                        <p:tgtEl>
                                          <p:spTgt spid="144"/>
                                        </p:tgtEl>
                                        <p:attrNameLst>
                                          <p:attrName>style.visibility</p:attrName>
                                        </p:attrNameLst>
                                      </p:cBhvr>
                                      <p:to>
                                        <p:strVal val="visible"/>
                                      </p:to>
                                    </p:set>
                                    <p:animEffect transition="in" filter="fade">
                                      <p:cBhvr>
                                        <p:cTn id="105" dur="600"/>
                                        <p:tgtEl>
                                          <p:spTgt spid="144"/>
                                        </p:tgtEl>
                                      </p:cBhvr>
                                    </p:animEffect>
                                    <p:anim calcmode="lin" valueType="num">
                                      <p:cBhvr>
                                        <p:cTn id="106" dur="600" fill="hold">
                                          <p:stCondLst>
                                            <p:cond delay="0"/>
                                          </p:stCondLst>
                                        </p:cTn>
                                        <p:tgtEl>
                                          <p:spTgt spid="144"/>
                                        </p:tgtEl>
                                        <p:attrNameLst>
                                          <p:attrName>ppt_x</p:attrName>
                                        </p:attrNameLst>
                                      </p:cBhvr>
                                      <p:tavLst>
                                        <p:tav tm="0">
                                          <p:val>
                                            <p:strVal val="#ppt_x"/>
                                          </p:val>
                                        </p:tav>
                                        <p:tav tm="100000">
                                          <p:val>
                                            <p:strVal val="#ppt_x"/>
                                          </p:val>
                                        </p:tav>
                                      </p:tavLst>
                                    </p:anim>
                                    <p:anim calcmode="lin" valueType="num">
                                      <p:cBhvr>
                                        <p:cTn id="107" dur="600" decel="100000" fill="hold">
                                          <p:stCondLst>
                                            <p:cond delay="0"/>
                                          </p:stCondLst>
                                        </p:cTn>
                                        <p:tgtEl>
                                          <p:spTgt spid="144"/>
                                        </p:tgtEl>
                                        <p:attrNameLst>
                                          <p:attrName>ppt_y</p:attrName>
                                        </p:attrNameLst>
                                      </p:cBhvr>
                                      <p:tavLst>
                                        <p:tav tm="0">
                                          <p:val>
                                            <p:strVal val="#ppt_y+0.04"/>
                                          </p:val>
                                        </p:tav>
                                        <p:tav tm="100000">
                                          <p:val>
                                            <p:strVal val="#ppt_y"/>
                                          </p:val>
                                        </p:tav>
                                      </p:tavLst>
                                    </p:anim>
                                  </p:childTnLst>
                                </p:cTn>
                              </p:par>
                              <p:par>
                                <p:cTn id="108" presetID="42" presetClass="entr" presetSubtype="0" fill="hold" grpId="0" nodeType="withEffect">
                                  <p:stCondLst>
                                    <p:cond delay="1010"/>
                                  </p:stCondLst>
                                  <p:childTnLst>
                                    <p:set>
                                      <p:cBhvr>
                                        <p:cTn id="109" dur="1" fill="hold">
                                          <p:stCondLst>
                                            <p:cond delay="0"/>
                                          </p:stCondLst>
                                        </p:cTn>
                                        <p:tgtEl>
                                          <p:spTgt spid="145"/>
                                        </p:tgtEl>
                                        <p:attrNameLst>
                                          <p:attrName>style.visibility</p:attrName>
                                        </p:attrNameLst>
                                      </p:cBhvr>
                                      <p:to>
                                        <p:strVal val="visible"/>
                                      </p:to>
                                    </p:set>
                                    <p:animEffect transition="in" filter="fade">
                                      <p:cBhvr>
                                        <p:cTn id="110" dur="600"/>
                                        <p:tgtEl>
                                          <p:spTgt spid="145"/>
                                        </p:tgtEl>
                                      </p:cBhvr>
                                    </p:animEffect>
                                    <p:anim calcmode="lin" valueType="num">
                                      <p:cBhvr>
                                        <p:cTn id="111" dur="600" fill="hold">
                                          <p:stCondLst>
                                            <p:cond delay="0"/>
                                          </p:stCondLst>
                                        </p:cTn>
                                        <p:tgtEl>
                                          <p:spTgt spid="145"/>
                                        </p:tgtEl>
                                        <p:attrNameLst>
                                          <p:attrName>ppt_x</p:attrName>
                                        </p:attrNameLst>
                                      </p:cBhvr>
                                      <p:tavLst>
                                        <p:tav tm="0">
                                          <p:val>
                                            <p:strVal val="#ppt_x"/>
                                          </p:val>
                                        </p:tav>
                                        <p:tav tm="100000">
                                          <p:val>
                                            <p:strVal val="#ppt_x"/>
                                          </p:val>
                                        </p:tav>
                                      </p:tavLst>
                                    </p:anim>
                                    <p:anim calcmode="lin" valueType="num">
                                      <p:cBhvr>
                                        <p:cTn id="112" dur="600" decel="100000" fill="hold">
                                          <p:stCondLst>
                                            <p:cond delay="0"/>
                                          </p:stCondLst>
                                        </p:cTn>
                                        <p:tgtEl>
                                          <p:spTgt spid="145"/>
                                        </p:tgtEl>
                                        <p:attrNameLst>
                                          <p:attrName>ppt_y</p:attrName>
                                        </p:attrNameLst>
                                      </p:cBhvr>
                                      <p:tavLst>
                                        <p:tav tm="0">
                                          <p:val>
                                            <p:strVal val="#ppt_y+0.04"/>
                                          </p:val>
                                        </p:tav>
                                        <p:tav tm="100000">
                                          <p:val>
                                            <p:strVal val="#ppt_y"/>
                                          </p:val>
                                        </p:tav>
                                      </p:tavLst>
                                    </p:anim>
                                  </p:childTnLst>
                                </p:cTn>
                              </p:par>
                              <p:par>
                                <p:cTn id="113" presetID="42" presetClass="entr" presetSubtype="0" fill="hold" grpId="0" nodeType="withEffect">
                                  <p:stCondLst>
                                    <p:cond delay="1010"/>
                                  </p:stCondLst>
                                  <p:childTnLst>
                                    <p:set>
                                      <p:cBhvr>
                                        <p:cTn id="114" dur="1" fill="hold">
                                          <p:stCondLst>
                                            <p:cond delay="0"/>
                                          </p:stCondLst>
                                        </p:cTn>
                                        <p:tgtEl>
                                          <p:spTgt spid="146"/>
                                        </p:tgtEl>
                                        <p:attrNameLst>
                                          <p:attrName>style.visibility</p:attrName>
                                        </p:attrNameLst>
                                      </p:cBhvr>
                                      <p:to>
                                        <p:strVal val="visible"/>
                                      </p:to>
                                    </p:set>
                                    <p:animEffect transition="in" filter="fade">
                                      <p:cBhvr>
                                        <p:cTn id="115" dur="600"/>
                                        <p:tgtEl>
                                          <p:spTgt spid="146"/>
                                        </p:tgtEl>
                                      </p:cBhvr>
                                    </p:animEffect>
                                    <p:anim calcmode="lin" valueType="num">
                                      <p:cBhvr>
                                        <p:cTn id="116" dur="600" fill="hold">
                                          <p:stCondLst>
                                            <p:cond delay="0"/>
                                          </p:stCondLst>
                                        </p:cTn>
                                        <p:tgtEl>
                                          <p:spTgt spid="146"/>
                                        </p:tgtEl>
                                        <p:attrNameLst>
                                          <p:attrName>ppt_x</p:attrName>
                                        </p:attrNameLst>
                                      </p:cBhvr>
                                      <p:tavLst>
                                        <p:tav tm="0">
                                          <p:val>
                                            <p:strVal val="#ppt_x"/>
                                          </p:val>
                                        </p:tav>
                                        <p:tav tm="100000">
                                          <p:val>
                                            <p:strVal val="#ppt_x"/>
                                          </p:val>
                                        </p:tav>
                                      </p:tavLst>
                                    </p:anim>
                                    <p:anim calcmode="lin" valueType="num">
                                      <p:cBhvr>
                                        <p:cTn id="117" dur="600" decel="100000" fill="hold">
                                          <p:stCondLst>
                                            <p:cond delay="0"/>
                                          </p:stCondLst>
                                        </p:cTn>
                                        <p:tgtEl>
                                          <p:spTgt spid="14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156" name="Kicker 156"/>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04</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المشكلة والحل</a:t>
            </a:r>
            <a:endParaRPr lang="ar-SA" sz="1200" dirty="0"/>
          </a:p>
        </p:txBody>
      </p:sp>
      <p:sp>
        <p:nvSpPr>
          <p:cNvPr id="157" name="Title 157"/>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المشكلة وحلّها</a:t>
            </a:r>
            <a:endParaRPr lang="ar-SA" sz="1200" dirty="0"/>
          </a:p>
        </p:txBody>
      </p:sp>
      <p:sp>
        <p:nvSpPr>
          <p:cNvPr id="158" name="Problem card 158"/>
          <p:cNvSpPr/>
          <p:nvPr/>
        </p:nvSpPr>
        <p:spPr>
          <a:xfrm>
            <a:off x="457200" y="1261872"/>
            <a:ext cx="8229600" cy="932688"/>
          </a:xfrm>
          <a:prstGeom prst="roundRect">
            <a:avLst>
              <a:gd name="adj" fmla="val 13725"/>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59" name="Problem label 159"/>
          <p:cNvSpPr txBox="1"/>
          <p:nvPr/>
        </p:nvSpPr>
        <p:spPr>
          <a:xfrm>
            <a:off x="7635240" y="1261872"/>
            <a:ext cx="914400" cy="93268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50" b="1" dirty="0">
                <a:solidFill>
                  <a:srgbClr val="F5F5F8"/>
                </a:solidFill>
                <a:latin typeface="Tajawal"/>
                <a:ea typeface="Tajawal"/>
                <a:cs typeface="Tajawal"/>
              </a:rPr>
              <a:t>المشكلة</a:t>
            </a:r>
            <a:endParaRPr lang="ar-SA" sz="1200" dirty="0"/>
          </a:p>
        </p:txBody>
      </p:sp>
      <p:sp>
        <p:nvSpPr>
          <p:cNvPr id="160" name="Divider 160"/>
          <p:cNvSpPr/>
          <p:nvPr/>
        </p:nvSpPr>
        <p:spPr>
          <a:xfrm>
            <a:off x="7516368" y="1444752"/>
            <a:ext cx="9144" cy="566928"/>
          </a:xfrm>
          <a:prstGeom prst="rect">
            <a:avLst/>
          </a:prstGeom>
          <a:solidFill>
            <a:srgbClr val="FFFFFF">
              <a:alpha val="30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161" name="Problem text 161"/>
          <p:cNvSpPr txBox="1"/>
          <p:nvPr/>
        </p:nvSpPr>
        <p:spPr>
          <a:xfrm>
            <a:off x="658368" y="1261872"/>
            <a:ext cx="6720840" cy="932688"/>
          </a:xfrm>
          <a:prstGeom prst="rect">
            <a:avLst/>
          </a:prstGeom>
          <a:noFill/>
          <a:ln>
            <a:noFill/>
          </a:ln>
        </p:spPr>
        <p:txBody>
          <a:bodyPr wrap="square" lIns="0" tIns="0" rIns="0" bIns="0" rtlCol="0" anchor="ctr">
            <a:noAutofit/>
          </a:bodyPr>
          <a:lstStyle/>
          <a:p>
            <a:pPr marL="0" indent="0" algn="r" rtl="1">
              <a:lnSpc>
                <a:spcPct val="120000"/>
              </a:lnSpc>
              <a:spcBef>
                <a:spcPts val="0"/>
              </a:spcBef>
              <a:spcAft>
                <a:spcPts val="0"/>
              </a:spcAft>
              <a:buNone/>
            </a:pPr>
            <a:r>
              <a:rPr lang="ar-SA" sz="1200" b="0" dirty="0">
                <a:solidFill>
                  <a:srgbClr val="F5F5F8"/>
                </a:solidFill>
                <a:latin typeface="Tajawal"/>
                <a:ea typeface="Tajawal"/>
                <a:cs typeface="Tajawal"/>
              </a:rPr>
              <a:t>في الفعاليات الكبرى، يتحرك آلاف الزوار بين البوابات والمواقع ونقاط النقل في الوقت نفسه، ما يجعل رصد الازدحام مبكرًا واتخاذ قرار سريع أمرًا صعبًا، وقد يؤدي ذلك إلى توجيه مركبات الطوارئ نحو مسارات مزدحمة وتأخر وصولها.</a:t>
            </a:r>
            <a:endParaRPr lang="ar-SA" sz="1200" dirty="0"/>
          </a:p>
        </p:txBody>
      </p:sp>
      <p:sp>
        <p:nvSpPr>
          <p:cNvPr id="162" name="Solution label 162"/>
          <p:cNvSpPr txBox="1"/>
          <p:nvPr/>
        </p:nvSpPr>
        <p:spPr>
          <a:xfrm>
            <a:off x="457200" y="2359152"/>
            <a:ext cx="8229600" cy="27432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200" b="1" dirty="0">
                <a:solidFill>
                  <a:srgbClr val="FF4D6D"/>
                </a:solidFill>
                <a:latin typeface="Tajawal"/>
                <a:ea typeface="Tajawal"/>
                <a:cs typeface="Tajawal"/>
              </a:rPr>
              <a:t>الحل</a:t>
            </a:r>
            <a:endParaRPr lang="ar-SA" sz="1200" dirty="0"/>
          </a:p>
        </p:txBody>
      </p:sp>
      <p:sp>
        <p:nvSpPr>
          <p:cNvPr id="163" name="Solution card 163"/>
          <p:cNvSpPr/>
          <p:nvPr/>
        </p:nvSpPr>
        <p:spPr>
          <a:xfrm>
            <a:off x="6096000" y="2697480"/>
            <a:ext cx="2590800" cy="1783080"/>
          </a:xfrm>
          <a:prstGeom prst="roundRect">
            <a:avLst>
              <a:gd name="adj" fmla="val 8205"/>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64" name="Icon circle 164"/>
          <p:cNvSpPr/>
          <p:nvPr/>
        </p:nvSpPr>
        <p:spPr>
          <a:xfrm>
            <a:off x="8028432" y="2880360"/>
            <a:ext cx="475488" cy="475488"/>
          </a:xfrm>
          <a:prstGeom prst="ellipse">
            <a:avLst/>
          </a:prstGeom>
          <a:solidFill>
            <a:srgbClr val="8F82F5">
              <a:alpha val="18000"/>
            </a:srgbClr>
          </a:solidFill>
          <a:ln w="9525">
            <a:solidFill>
              <a:srgbClr val="8F82F5">
                <a:alpha val="45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65" name="Icon 165"/>
          <p:cNvPicPr>
            <a:picLocks noChangeAspect="1"/>
          </p:cNvPicPr>
          <p:nvPr/>
        </p:nvPicPr>
        <p:blipFill>
          <a:blip r:embed="rId4"/>
          <a:stretch>
            <a:fillRect/>
          </a:stretch>
        </p:blipFill>
        <p:spPr>
          <a:xfrm>
            <a:off x="8119872" y="2971800"/>
            <a:ext cx="292608" cy="292608"/>
          </a:xfrm>
          <a:prstGeom prst="rect">
            <a:avLst/>
          </a:prstGeom>
          <a:ln>
            <a:noFill/>
          </a:ln>
        </p:spPr>
      </p:pic>
      <p:sp>
        <p:nvSpPr>
          <p:cNvPr id="166" name="Solution title 166"/>
          <p:cNvSpPr txBox="1"/>
          <p:nvPr/>
        </p:nvSpPr>
        <p:spPr>
          <a:xfrm>
            <a:off x="6278880" y="2880360"/>
            <a:ext cx="1676400" cy="47548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50" b="1" dirty="0">
                <a:solidFill>
                  <a:srgbClr val="F5F5F8"/>
                </a:solidFill>
                <a:latin typeface="Tajawal"/>
                <a:ea typeface="Tajawal"/>
                <a:cs typeface="Tajawal"/>
              </a:rPr>
              <a:t>رصد مبكر للازدحام</a:t>
            </a:r>
            <a:endParaRPr lang="ar-SA" sz="1200" dirty="0"/>
          </a:p>
        </p:txBody>
      </p:sp>
      <p:sp>
        <p:nvSpPr>
          <p:cNvPr id="167" name="Solution text 167"/>
          <p:cNvSpPr txBox="1"/>
          <p:nvPr/>
        </p:nvSpPr>
        <p:spPr>
          <a:xfrm>
            <a:off x="6278880" y="3465576"/>
            <a:ext cx="2225040" cy="914400"/>
          </a:xfrm>
          <a:prstGeom prst="rect">
            <a:avLst/>
          </a:prstGeom>
          <a:noFill/>
          <a:ln>
            <a:noFill/>
          </a:ln>
        </p:spPr>
        <p:txBody>
          <a:bodyPr wrap="square" lIns="0" tIns="0" rIns="0" bIns="0" rtlCol="0" anchor="t">
            <a:noAutofit/>
          </a:bodyPr>
          <a:lstStyle/>
          <a:p>
            <a:pPr marL="0" indent="0" algn="r" rtl="1">
              <a:lnSpc>
                <a:spcPct val="125000"/>
              </a:lnSpc>
              <a:spcBef>
                <a:spcPts val="0"/>
              </a:spcBef>
              <a:spcAft>
                <a:spcPts val="0"/>
              </a:spcAft>
              <a:buNone/>
            </a:pPr>
            <a:r>
              <a:rPr lang="ar-SA" sz="1150" b="0" dirty="0">
                <a:solidFill>
                  <a:srgbClr val="B4B1CC"/>
                </a:solidFill>
                <a:latin typeface="Tajawal"/>
                <a:ea typeface="Tajawal"/>
                <a:cs typeface="Tajawal"/>
              </a:rPr>
              <a:t>تستطلع الدرون المسارات من الأعلى، ويحلل الذكاء الاصطناعي كثافة المشاة في كل مسار لحظيًا.</a:t>
            </a:r>
            <a:endParaRPr lang="ar-SA" sz="1200" dirty="0"/>
          </a:p>
        </p:txBody>
      </p:sp>
      <p:sp>
        <p:nvSpPr>
          <p:cNvPr id="168" name="Solution card 168"/>
          <p:cNvSpPr/>
          <p:nvPr/>
        </p:nvSpPr>
        <p:spPr>
          <a:xfrm>
            <a:off x="3276600" y="2697480"/>
            <a:ext cx="2590800" cy="1783080"/>
          </a:xfrm>
          <a:prstGeom prst="roundRect">
            <a:avLst>
              <a:gd name="adj" fmla="val 8205"/>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69" name="Icon circle 169"/>
          <p:cNvSpPr/>
          <p:nvPr/>
        </p:nvSpPr>
        <p:spPr>
          <a:xfrm>
            <a:off x="5209032" y="2880360"/>
            <a:ext cx="475488" cy="475488"/>
          </a:xfrm>
          <a:prstGeom prst="ellipse">
            <a:avLst/>
          </a:prstGeom>
          <a:solidFill>
            <a:srgbClr val="8F82F5">
              <a:alpha val="18000"/>
            </a:srgbClr>
          </a:solidFill>
          <a:ln w="9525">
            <a:solidFill>
              <a:srgbClr val="8F82F5">
                <a:alpha val="45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70" name="Icon 170"/>
          <p:cNvPicPr>
            <a:picLocks noChangeAspect="1"/>
          </p:cNvPicPr>
          <p:nvPr/>
        </p:nvPicPr>
        <p:blipFill>
          <a:blip r:embed="rId5"/>
          <a:stretch>
            <a:fillRect/>
          </a:stretch>
        </p:blipFill>
        <p:spPr>
          <a:xfrm>
            <a:off x="5300472" y="2971800"/>
            <a:ext cx="292608" cy="292608"/>
          </a:xfrm>
          <a:prstGeom prst="rect">
            <a:avLst/>
          </a:prstGeom>
          <a:ln>
            <a:noFill/>
          </a:ln>
        </p:spPr>
      </p:pic>
      <p:sp>
        <p:nvSpPr>
          <p:cNvPr id="171" name="Solution title 171"/>
          <p:cNvSpPr txBox="1"/>
          <p:nvPr/>
        </p:nvSpPr>
        <p:spPr>
          <a:xfrm>
            <a:off x="3459480" y="2880360"/>
            <a:ext cx="1676400" cy="47548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50" b="1" dirty="0">
                <a:solidFill>
                  <a:srgbClr val="F5F5F8"/>
                </a:solidFill>
                <a:latin typeface="Tajawal"/>
                <a:ea typeface="Tajawal"/>
                <a:cs typeface="Tajawal"/>
              </a:rPr>
              <a:t>اختيار ذكي للمسار</a:t>
            </a:r>
            <a:endParaRPr lang="ar-SA" sz="1200" dirty="0"/>
          </a:p>
        </p:txBody>
      </p:sp>
      <p:sp>
        <p:nvSpPr>
          <p:cNvPr id="172" name="Solution text 172"/>
          <p:cNvSpPr txBox="1"/>
          <p:nvPr/>
        </p:nvSpPr>
        <p:spPr>
          <a:xfrm>
            <a:off x="3459480" y="3465576"/>
            <a:ext cx="2225040" cy="914400"/>
          </a:xfrm>
          <a:prstGeom prst="rect">
            <a:avLst/>
          </a:prstGeom>
          <a:noFill/>
          <a:ln>
            <a:noFill/>
          </a:ln>
        </p:spPr>
        <p:txBody>
          <a:bodyPr wrap="square" lIns="0" tIns="0" rIns="0" bIns="0" rtlCol="0" anchor="t">
            <a:noAutofit/>
          </a:bodyPr>
          <a:lstStyle/>
          <a:p>
            <a:pPr marL="0" indent="0" algn="r" rtl="1">
              <a:lnSpc>
                <a:spcPct val="125000"/>
              </a:lnSpc>
              <a:spcBef>
                <a:spcPts val="0"/>
              </a:spcBef>
              <a:spcAft>
                <a:spcPts val="0"/>
              </a:spcAft>
              <a:buNone/>
            </a:pPr>
            <a:r>
              <a:rPr lang="ar-SA" sz="1150" b="0" dirty="0">
                <a:solidFill>
                  <a:srgbClr val="B4B1CC"/>
                </a:solidFill>
                <a:latin typeface="Tajawal"/>
                <a:ea typeface="Tajawal"/>
                <a:cs typeface="Tajawal"/>
              </a:rPr>
              <a:t>يقارن النظام كثافة المشاة مع طول المسار، ثم يحدد المسار الأنسب لمركبة الطوارئ قبل تحركها إليه.</a:t>
            </a:r>
            <a:endParaRPr lang="ar-SA" sz="1200" dirty="0"/>
          </a:p>
        </p:txBody>
      </p:sp>
      <p:sp>
        <p:nvSpPr>
          <p:cNvPr id="173" name="Solution card 173"/>
          <p:cNvSpPr/>
          <p:nvPr/>
        </p:nvSpPr>
        <p:spPr>
          <a:xfrm>
            <a:off x="457200" y="2697480"/>
            <a:ext cx="2590800" cy="1783080"/>
          </a:xfrm>
          <a:prstGeom prst="roundRect">
            <a:avLst>
              <a:gd name="adj" fmla="val 8205"/>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74" name="Icon circle 174"/>
          <p:cNvSpPr/>
          <p:nvPr/>
        </p:nvSpPr>
        <p:spPr>
          <a:xfrm>
            <a:off x="2389632" y="2880360"/>
            <a:ext cx="475488" cy="475488"/>
          </a:xfrm>
          <a:prstGeom prst="ellipse">
            <a:avLst/>
          </a:prstGeom>
          <a:solidFill>
            <a:srgbClr val="8F82F5">
              <a:alpha val="18000"/>
            </a:srgbClr>
          </a:solidFill>
          <a:ln w="9525">
            <a:solidFill>
              <a:srgbClr val="8F82F5">
                <a:alpha val="45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175" name="Icon 175"/>
          <p:cNvPicPr>
            <a:picLocks noChangeAspect="1"/>
          </p:cNvPicPr>
          <p:nvPr/>
        </p:nvPicPr>
        <p:blipFill>
          <a:blip r:embed="rId6"/>
          <a:stretch>
            <a:fillRect/>
          </a:stretch>
        </p:blipFill>
        <p:spPr>
          <a:xfrm>
            <a:off x="2481072" y="2971800"/>
            <a:ext cx="292608" cy="292608"/>
          </a:xfrm>
          <a:prstGeom prst="rect">
            <a:avLst/>
          </a:prstGeom>
          <a:ln>
            <a:noFill/>
          </a:ln>
        </p:spPr>
      </p:pic>
      <p:sp>
        <p:nvSpPr>
          <p:cNvPr id="176" name="Solution title 176"/>
          <p:cNvSpPr txBox="1"/>
          <p:nvPr/>
        </p:nvSpPr>
        <p:spPr>
          <a:xfrm>
            <a:off x="640080" y="2880360"/>
            <a:ext cx="1676400" cy="47548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50" b="1" dirty="0">
                <a:solidFill>
                  <a:srgbClr val="F5F5F8"/>
                </a:solidFill>
                <a:latin typeface="Tajawal"/>
                <a:ea typeface="Tajawal"/>
                <a:cs typeface="Tajawal"/>
              </a:rPr>
              <a:t>استجابة استباقية</a:t>
            </a:r>
            <a:endParaRPr lang="ar-SA" sz="1200" dirty="0"/>
          </a:p>
        </p:txBody>
      </p:sp>
      <p:sp>
        <p:nvSpPr>
          <p:cNvPr id="177" name="Solution text 177"/>
          <p:cNvSpPr txBox="1"/>
          <p:nvPr/>
        </p:nvSpPr>
        <p:spPr>
          <a:xfrm>
            <a:off x="640080" y="3465576"/>
            <a:ext cx="2225040" cy="914400"/>
          </a:xfrm>
          <a:prstGeom prst="rect">
            <a:avLst/>
          </a:prstGeom>
          <a:noFill/>
          <a:ln>
            <a:noFill/>
          </a:ln>
        </p:spPr>
        <p:txBody>
          <a:bodyPr wrap="square" lIns="0" tIns="0" rIns="0" bIns="0" rtlCol="0" anchor="t">
            <a:noAutofit/>
          </a:bodyPr>
          <a:lstStyle/>
          <a:p>
            <a:pPr marL="0" indent="0" algn="r" rtl="1">
              <a:lnSpc>
                <a:spcPct val="125000"/>
              </a:lnSpc>
              <a:spcBef>
                <a:spcPts val="0"/>
              </a:spcBef>
              <a:spcAft>
                <a:spcPts val="0"/>
              </a:spcAft>
              <a:buNone/>
            </a:pPr>
            <a:r>
              <a:rPr lang="ar-SA" sz="1150" b="0" dirty="0">
                <a:solidFill>
                  <a:srgbClr val="B4B1CC"/>
                </a:solidFill>
                <a:latin typeface="Tajawal"/>
                <a:ea typeface="Tajawal"/>
                <a:cs typeface="Tajawal"/>
              </a:rPr>
              <a:t>تتقدم الدرون أمام المركبة وتستخدم التنبيه الصوتي والضوئي لإخلاء المسار قبل وصولها.</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700"/>
                                        <p:tgtEl>
                                          <p:spTgt spid="156"/>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57"/>
                                        </p:tgtEl>
                                        <p:attrNameLst>
                                          <p:attrName>style.visibility</p:attrName>
                                        </p:attrNameLst>
                                      </p:cBhvr>
                                      <p:to>
                                        <p:strVal val="visible"/>
                                      </p:to>
                                    </p:set>
                                    <p:animEffect transition="in" filter="fade">
                                      <p:cBhvr>
                                        <p:cTn id="10" dur="600"/>
                                        <p:tgtEl>
                                          <p:spTgt spid="157"/>
                                        </p:tgtEl>
                                      </p:cBhvr>
                                    </p:animEffect>
                                    <p:anim calcmode="lin" valueType="num">
                                      <p:cBhvr>
                                        <p:cTn id="11" dur="600" fill="hold">
                                          <p:stCondLst>
                                            <p:cond delay="0"/>
                                          </p:stCondLst>
                                        </p:cTn>
                                        <p:tgtEl>
                                          <p:spTgt spid="157"/>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157"/>
                                        </p:tgtEl>
                                        <p:attrNameLst>
                                          <p:attrName>ppt_y</p:attrName>
                                        </p:attrNameLst>
                                      </p:cBhvr>
                                      <p:tavLst>
                                        <p:tav tm="0">
                                          <p:val>
                                            <p:strVal val="#ppt_y+0.04"/>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160"/>
                                        </p:tgtEl>
                                        <p:attrNameLst>
                                          <p:attrName>style.visibility</p:attrName>
                                        </p:attrNameLst>
                                      </p:cBhvr>
                                      <p:to>
                                        <p:strVal val="visible"/>
                                      </p:to>
                                    </p:set>
                                    <p:animEffect transition="in" filter="fade">
                                      <p:cBhvr>
                                        <p:cTn id="15" dur="700"/>
                                        <p:tgtEl>
                                          <p:spTgt spid="160"/>
                                        </p:tgtEl>
                                      </p:cBhvr>
                                    </p:animEffect>
                                  </p:childTnLst>
                                </p:cTn>
                              </p:par>
                              <p:par>
                                <p:cTn id="16" presetID="42" presetClass="entr" presetSubtype="0" fill="hold" grpId="0" nodeType="withEffect">
                                  <p:stCondLst>
                                    <p:cond delay="350"/>
                                  </p:stCondLst>
                                  <p:childTnLst>
                                    <p:set>
                                      <p:cBhvr>
                                        <p:cTn id="17" dur="1" fill="hold">
                                          <p:stCondLst>
                                            <p:cond delay="0"/>
                                          </p:stCondLst>
                                        </p:cTn>
                                        <p:tgtEl>
                                          <p:spTgt spid="158"/>
                                        </p:tgtEl>
                                        <p:attrNameLst>
                                          <p:attrName>style.visibility</p:attrName>
                                        </p:attrNameLst>
                                      </p:cBhvr>
                                      <p:to>
                                        <p:strVal val="visible"/>
                                      </p:to>
                                    </p:set>
                                    <p:animEffect transition="in" filter="fade">
                                      <p:cBhvr>
                                        <p:cTn id="18" dur="600"/>
                                        <p:tgtEl>
                                          <p:spTgt spid="158"/>
                                        </p:tgtEl>
                                      </p:cBhvr>
                                    </p:animEffect>
                                    <p:anim calcmode="lin" valueType="num">
                                      <p:cBhvr>
                                        <p:cTn id="19" dur="600" fill="hold">
                                          <p:stCondLst>
                                            <p:cond delay="0"/>
                                          </p:stCondLst>
                                        </p:cTn>
                                        <p:tgtEl>
                                          <p:spTgt spid="158"/>
                                        </p:tgtEl>
                                        <p:attrNameLst>
                                          <p:attrName>ppt_x</p:attrName>
                                        </p:attrNameLst>
                                      </p:cBhvr>
                                      <p:tavLst>
                                        <p:tav tm="0">
                                          <p:val>
                                            <p:strVal val="#ppt_x"/>
                                          </p:val>
                                        </p:tav>
                                        <p:tav tm="100000">
                                          <p:val>
                                            <p:strVal val="#ppt_x"/>
                                          </p:val>
                                        </p:tav>
                                      </p:tavLst>
                                    </p:anim>
                                    <p:anim calcmode="lin" valueType="num">
                                      <p:cBhvr>
                                        <p:cTn id="20" dur="600" decel="100000" fill="hold">
                                          <p:stCondLst>
                                            <p:cond delay="0"/>
                                          </p:stCondLst>
                                        </p:cTn>
                                        <p:tgtEl>
                                          <p:spTgt spid="158"/>
                                        </p:tgtEl>
                                        <p:attrNameLst>
                                          <p:attrName>ppt_y</p:attrName>
                                        </p:attrNameLst>
                                      </p:cBhvr>
                                      <p:tavLst>
                                        <p:tav tm="0">
                                          <p:val>
                                            <p:strVal val="#ppt_y+0.04"/>
                                          </p:val>
                                        </p:tav>
                                        <p:tav tm="100000">
                                          <p:val>
                                            <p:strVal val="#ppt_y"/>
                                          </p:val>
                                        </p:tav>
                                      </p:tavLst>
                                    </p:anim>
                                  </p:childTnLst>
                                </p:cTn>
                              </p:par>
                              <p:par>
                                <p:cTn id="21" presetID="42" presetClass="entr" presetSubtype="0" fill="hold" grpId="0" nodeType="withEffect">
                                  <p:stCondLst>
                                    <p:cond delay="350"/>
                                  </p:stCondLst>
                                  <p:childTnLst>
                                    <p:set>
                                      <p:cBhvr>
                                        <p:cTn id="22" dur="1" fill="hold">
                                          <p:stCondLst>
                                            <p:cond delay="0"/>
                                          </p:stCondLst>
                                        </p:cTn>
                                        <p:tgtEl>
                                          <p:spTgt spid="159"/>
                                        </p:tgtEl>
                                        <p:attrNameLst>
                                          <p:attrName>style.visibility</p:attrName>
                                        </p:attrNameLst>
                                      </p:cBhvr>
                                      <p:to>
                                        <p:strVal val="visible"/>
                                      </p:to>
                                    </p:set>
                                    <p:animEffect transition="in" filter="fade">
                                      <p:cBhvr>
                                        <p:cTn id="23" dur="600"/>
                                        <p:tgtEl>
                                          <p:spTgt spid="159"/>
                                        </p:tgtEl>
                                      </p:cBhvr>
                                    </p:animEffect>
                                    <p:anim calcmode="lin" valueType="num">
                                      <p:cBhvr>
                                        <p:cTn id="24" dur="600" fill="hold">
                                          <p:stCondLst>
                                            <p:cond delay="0"/>
                                          </p:stCondLst>
                                        </p:cTn>
                                        <p:tgtEl>
                                          <p:spTgt spid="159"/>
                                        </p:tgtEl>
                                        <p:attrNameLst>
                                          <p:attrName>ppt_x</p:attrName>
                                        </p:attrNameLst>
                                      </p:cBhvr>
                                      <p:tavLst>
                                        <p:tav tm="0">
                                          <p:val>
                                            <p:strVal val="#ppt_x"/>
                                          </p:val>
                                        </p:tav>
                                        <p:tav tm="100000">
                                          <p:val>
                                            <p:strVal val="#ppt_x"/>
                                          </p:val>
                                        </p:tav>
                                      </p:tavLst>
                                    </p:anim>
                                    <p:anim calcmode="lin" valueType="num">
                                      <p:cBhvr>
                                        <p:cTn id="25" dur="600" decel="100000" fill="hold">
                                          <p:stCondLst>
                                            <p:cond delay="0"/>
                                          </p:stCondLst>
                                        </p:cTn>
                                        <p:tgtEl>
                                          <p:spTgt spid="159"/>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350"/>
                                  </p:stCondLst>
                                  <p:childTnLst>
                                    <p:set>
                                      <p:cBhvr>
                                        <p:cTn id="27" dur="1" fill="hold">
                                          <p:stCondLst>
                                            <p:cond delay="0"/>
                                          </p:stCondLst>
                                        </p:cTn>
                                        <p:tgtEl>
                                          <p:spTgt spid="161"/>
                                        </p:tgtEl>
                                        <p:attrNameLst>
                                          <p:attrName>style.visibility</p:attrName>
                                        </p:attrNameLst>
                                      </p:cBhvr>
                                      <p:to>
                                        <p:strVal val="visible"/>
                                      </p:to>
                                    </p:set>
                                    <p:animEffect transition="in" filter="fade">
                                      <p:cBhvr>
                                        <p:cTn id="28" dur="600"/>
                                        <p:tgtEl>
                                          <p:spTgt spid="161"/>
                                        </p:tgtEl>
                                      </p:cBhvr>
                                    </p:animEffect>
                                    <p:anim calcmode="lin" valueType="num">
                                      <p:cBhvr>
                                        <p:cTn id="29" dur="600" fill="hold">
                                          <p:stCondLst>
                                            <p:cond delay="0"/>
                                          </p:stCondLst>
                                        </p:cTn>
                                        <p:tgtEl>
                                          <p:spTgt spid="161"/>
                                        </p:tgtEl>
                                        <p:attrNameLst>
                                          <p:attrName>ppt_x</p:attrName>
                                        </p:attrNameLst>
                                      </p:cBhvr>
                                      <p:tavLst>
                                        <p:tav tm="0">
                                          <p:val>
                                            <p:strVal val="#ppt_x"/>
                                          </p:val>
                                        </p:tav>
                                        <p:tav tm="100000">
                                          <p:val>
                                            <p:strVal val="#ppt_x"/>
                                          </p:val>
                                        </p:tav>
                                      </p:tavLst>
                                    </p:anim>
                                    <p:anim calcmode="lin" valueType="num">
                                      <p:cBhvr>
                                        <p:cTn id="30" dur="600" decel="100000" fill="hold">
                                          <p:stCondLst>
                                            <p:cond delay="0"/>
                                          </p:stCondLst>
                                        </p:cTn>
                                        <p:tgtEl>
                                          <p:spTgt spid="161"/>
                                        </p:tgtEl>
                                        <p:attrNameLst>
                                          <p:attrName>ppt_y</p:attrName>
                                        </p:attrNameLst>
                                      </p:cBhvr>
                                      <p:tavLst>
                                        <p:tav tm="0">
                                          <p:val>
                                            <p:strVal val="#ppt_y+0.04"/>
                                          </p:val>
                                        </p:tav>
                                        <p:tav tm="100000">
                                          <p:val>
                                            <p:strVal val="#ppt_y"/>
                                          </p:val>
                                        </p:tav>
                                      </p:tavLst>
                                    </p:anim>
                                  </p:childTnLst>
                                </p:cTn>
                              </p:par>
                              <p:par>
                                <p:cTn id="31" presetID="42" presetClass="entr" presetSubtype="0" fill="hold" grpId="0" nodeType="withEffect">
                                  <p:stCondLst>
                                    <p:cond delay="510"/>
                                  </p:stCondLst>
                                  <p:childTnLst>
                                    <p:set>
                                      <p:cBhvr>
                                        <p:cTn id="32" dur="1" fill="hold">
                                          <p:stCondLst>
                                            <p:cond delay="0"/>
                                          </p:stCondLst>
                                        </p:cTn>
                                        <p:tgtEl>
                                          <p:spTgt spid="162"/>
                                        </p:tgtEl>
                                        <p:attrNameLst>
                                          <p:attrName>style.visibility</p:attrName>
                                        </p:attrNameLst>
                                      </p:cBhvr>
                                      <p:to>
                                        <p:strVal val="visible"/>
                                      </p:to>
                                    </p:set>
                                    <p:animEffect transition="in" filter="fade">
                                      <p:cBhvr>
                                        <p:cTn id="33" dur="600"/>
                                        <p:tgtEl>
                                          <p:spTgt spid="162"/>
                                        </p:tgtEl>
                                      </p:cBhvr>
                                    </p:animEffect>
                                    <p:anim calcmode="lin" valueType="num">
                                      <p:cBhvr>
                                        <p:cTn id="34" dur="600" fill="hold">
                                          <p:stCondLst>
                                            <p:cond delay="0"/>
                                          </p:stCondLst>
                                        </p:cTn>
                                        <p:tgtEl>
                                          <p:spTgt spid="162"/>
                                        </p:tgtEl>
                                        <p:attrNameLst>
                                          <p:attrName>ppt_x</p:attrName>
                                        </p:attrNameLst>
                                      </p:cBhvr>
                                      <p:tavLst>
                                        <p:tav tm="0">
                                          <p:val>
                                            <p:strVal val="#ppt_x"/>
                                          </p:val>
                                        </p:tav>
                                        <p:tav tm="100000">
                                          <p:val>
                                            <p:strVal val="#ppt_x"/>
                                          </p:val>
                                        </p:tav>
                                      </p:tavLst>
                                    </p:anim>
                                    <p:anim calcmode="lin" valueType="num">
                                      <p:cBhvr>
                                        <p:cTn id="35" dur="600" decel="100000" fill="hold">
                                          <p:stCondLst>
                                            <p:cond delay="0"/>
                                          </p:stCondLst>
                                        </p:cTn>
                                        <p:tgtEl>
                                          <p:spTgt spid="162"/>
                                        </p:tgtEl>
                                        <p:attrNameLst>
                                          <p:attrName>ppt_y</p:attrName>
                                        </p:attrNameLst>
                                      </p:cBhvr>
                                      <p:tavLst>
                                        <p:tav tm="0">
                                          <p:val>
                                            <p:strVal val="#ppt_y+0.04"/>
                                          </p:val>
                                        </p:tav>
                                        <p:tav tm="100000">
                                          <p:val>
                                            <p:strVal val="#ppt_y"/>
                                          </p:val>
                                        </p:tav>
                                      </p:tavLst>
                                    </p:anim>
                                  </p:childTnLst>
                                </p:cTn>
                              </p:par>
                              <p:par>
                                <p:cTn id="36" presetID="42" presetClass="entr" presetSubtype="0" fill="hold" grpId="0" nodeType="withEffect">
                                  <p:stCondLst>
                                    <p:cond delay="670"/>
                                  </p:stCondLst>
                                  <p:childTnLst>
                                    <p:set>
                                      <p:cBhvr>
                                        <p:cTn id="37" dur="1" fill="hold">
                                          <p:stCondLst>
                                            <p:cond delay="0"/>
                                          </p:stCondLst>
                                        </p:cTn>
                                        <p:tgtEl>
                                          <p:spTgt spid="163"/>
                                        </p:tgtEl>
                                        <p:attrNameLst>
                                          <p:attrName>style.visibility</p:attrName>
                                        </p:attrNameLst>
                                      </p:cBhvr>
                                      <p:to>
                                        <p:strVal val="visible"/>
                                      </p:to>
                                    </p:set>
                                    <p:animEffect transition="in" filter="fade">
                                      <p:cBhvr>
                                        <p:cTn id="38" dur="600"/>
                                        <p:tgtEl>
                                          <p:spTgt spid="163"/>
                                        </p:tgtEl>
                                      </p:cBhvr>
                                    </p:animEffect>
                                    <p:anim calcmode="lin" valueType="num">
                                      <p:cBhvr>
                                        <p:cTn id="39" dur="600" fill="hold">
                                          <p:stCondLst>
                                            <p:cond delay="0"/>
                                          </p:stCondLst>
                                        </p:cTn>
                                        <p:tgtEl>
                                          <p:spTgt spid="163"/>
                                        </p:tgtEl>
                                        <p:attrNameLst>
                                          <p:attrName>ppt_x</p:attrName>
                                        </p:attrNameLst>
                                      </p:cBhvr>
                                      <p:tavLst>
                                        <p:tav tm="0">
                                          <p:val>
                                            <p:strVal val="#ppt_x"/>
                                          </p:val>
                                        </p:tav>
                                        <p:tav tm="100000">
                                          <p:val>
                                            <p:strVal val="#ppt_x"/>
                                          </p:val>
                                        </p:tav>
                                      </p:tavLst>
                                    </p:anim>
                                    <p:anim calcmode="lin" valueType="num">
                                      <p:cBhvr>
                                        <p:cTn id="40" dur="600" decel="100000" fill="hold">
                                          <p:stCondLst>
                                            <p:cond delay="0"/>
                                          </p:stCondLst>
                                        </p:cTn>
                                        <p:tgtEl>
                                          <p:spTgt spid="163"/>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670"/>
                                  </p:stCondLst>
                                  <p:childTnLst>
                                    <p:set>
                                      <p:cBhvr>
                                        <p:cTn id="42" dur="1" fill="hold">
                                          <p:stCondLst>
                                            <p:cond delay="0"/>
                                          </p:stCondLst>
                                        </p:cTn>
                                        <p:tgtEl>
                                          <p:spTgt spid="164"/>
                                        </p:tgtEl>
                                        <p:attrNameLst>
                                          <p:attrName>style.visibility</p:attrName>
                                        </p:attrNameLst>
                                      </p:cBhvr>
                                      <p:to>
                                        <p:strVal val="visible"/>
                                      </p:to>
                                    </p:set>
                                    <p:animEffect transition="in" filter="fade">
                                      <p:cBhvr>
                                        <p:cTn id="43" dur="600"/>
                                        <p:tgtEl>
                                          <p:spTgt spid="164"/>
                                        </p:tgtEl>
                                      </p:cBhvr>
                                    </p:animEffect>
                                    <p:anim calcmode="lin" valueType="num">
                                      <p:cBhvr>
                                        <p:cTn id="44" dur="600" fill="hold">
                                          <p:stCondLst>
                                            <p:cond delay="0"/>
                                          </p:stCondLst>
                                        </p:cTn>
                                        <p:tgtEl>
                                          <p:spTgt spid="164"/>
                                        </p:tgtEl>
                                        <p:attrNameLst>
                                          <p:attrName>ppt_x</p:attrName>
                                        </p:attrNameLst>
                                      </p:cBhvr>
                                      <p:tavLst>
                                        <p:tav tm="0">
                                          <p:val>
                                            <p:strVal val="#ppt_x"/>
                                          </p:val>
                                        </p:tav>
                                        <p:tav tm="100000">
                                          <p:val>
                                            <p:strVal val="#ppt_x"/>
                                          </p:val>
                                        </p:tav>
                                      </p:tavLst>
                                    </p:anim>
                                    <p:anim calcmode="lin" valueType="num">
                                      <p:cBhvr>
                                        <p:cTn id="45" dur="600" decel="100000" fill="hold">
                                          <p:stCondLst>
                                            <p:cond delay="0"/>
                                          </p:stCondLst>
                                        </p:cTn>
                                        <p:tgtEl>
                                          <p:spTgt spid="164"/>
                                        </p:tgtEl>
                                        <p:attrNameLst>
                                          <p:attrName>ppt_y</p:attrName>
                                        </p:attrNameLst>
                                      </p:cBhvr>
                                      <p:tavLst>
                                        <p:tav tm="0">
                                          <p:val>
                                            <p:strVal val="#ppt_y+0.04"/>
                                          </p:val>
                                        </p:tav>
                                        <p:tav tm="100000">
                                          <p:val>
                                            <p:strVal val="#ppt_y"/>
                                          </p:val>
                                        </p:tav>
                                      </p:tavLst>
                                    </p:anim>
                                  </p:childTnLst>
                                </p:cTn>
                              </p:par>
                              <p:par>
                                <p:cTn id="46" presetID="42" presetClass="entr" presetSubtype="0" fill="hold" grpId="0" nodeType="withEffect">
                                  <p:stCondLst>
                                    <p:cond delay="670"/>
                                  </p:stCondLst>
                                  <p:childTnLst>
                                    <p:set>
                                      <p:cBhvr>
                                        <p:cTn id="47" dur="1" fill="hold">
                                          <p:stCondLst>
                                            <p:cond delay="0"/>
                                          </p:stCondLst>
                                        </p:cTn>
                                        <p:tgtEl>
                                          <p:spTgt spid="165"/>
                                        </p:tgtEl>
                                        <p:attrNameLst>
                                          <p:attrName>style.visibility</p:attrName>
                                        </p:attrNameLst>
                                      </p:cBhvr>
                                      <p:to>
                                        <p:strVal val="visible"/>
                                      </p:to>
                                    </p:set>
                                    <p:animEffect transition="in" filter="fade">
                                      <p:cBhvr>
                                        <p:cTn id="48" dur="600"/>
                                        <p:tgtEl>
                                          <p:spTgt spid="165"/>
                                        </p:tgtEl>
                                      </p:cBhvr>
                                    </p:animEffect>
                                    <p:anim calcmode="lin" valueType="num">
                                      <p:cBhvr>
                                        <p:cTn id="49" dur="600" fill="hold">
                                          <p:stCondLst>
                                            <p:cond delay="0"/>
                                          </p:stCondLst>
                                        </p:cTn>
                                        <p:tgtEl>
                                          <p:spTgt spid="165"/>
                                        </p:tgtEl>
                                        <p:attrNameLst>
                                          <p:attrName>ppt_x</p:attrName>
                                        </p:attrNameLst>
                                      </p:cBhvr>
                                      <p:tavLst>
                                        <p:tav tm="0">
                                          <p:val>
                                            <p:strVal val="#ppt_x"/>
                                          </p:val>
                                        </p:tav>
                                        <p:tav tm="100000">
                                          <p:val>
                                            <p:strVal val="#ppt_x"/>
                                          </p:val>
                                        </p:tav>
                                      </p:tavLst>
                                    </p:anim>
                                    <p:anim calcmode="lin" valueType="num">
                                      <p:cBhvr>
                                        <p:cTn id="50" dur="600" decel="100000" fill="hold">
                                          <p:stCondLst>
                                            <p:cond delay="0"/>
                                          </p:stCondLst>
                                        </p:cTn>
                                        <p:tgtEl>
                                          <p:spTgt spid="165"/>
                                        </p:tgtEl>
                                        <p:attrNameLst>
                                          <p:attrName>ppt_y</p:attrName>
                                        </p:attrNameLst>
                                      </p:cBhvr>
                                      <p:tavLst>
                                        <p:tav tm="0">
                                          <p:val>
                                            <p:strVal val="#ppt_y+0.04"/>
                                          </p:val>
                                        </p:tav>
                                        <p:tav tm="100000">
                                          <p:val>
                                            <p:strVal val="#ppt_y"/>
                                          </p:val>
                                        </p:tav>
                                      </p:tavLst>
                                    </p:anim>
                                  </p:childTnLst>
                                </p:cTn>
                              </p:par>
                              <p:par>
                                <p:cTn id="51" presetID="42" presetClass="entr" presetSubtype="0" fill="hold" grpId="0" nodeType="withEffect">
                                  <p:stCondLst>
                                    <p:cond delay="670"/>
                                  </p:stCondLst>
                                  <p:childTnLst>
                                    <p:set>
                                      <p:cBhvr>
                                        <p:cTn id="52" dur="1" fill="hold">
                                          <p:stCondLst>
                                            <p:cond delay="0"/>
                                          </p:stCondLst>
                                        </p:cTn>
                                        <p:tgtEl>
                                          <p:spTgt spid="166"/>
                                        </p:tgtEl>
                                        <p:attrNameLst>
                                          <p:attrName>style.visibility</p:attrName>
                                        </p:attrNameLst>
                                      </p:cBhvr>
                                      <p:to>
                                        <p:strVal val="visible"/>
                                      </p:to>
                                    </p:set>
                                    <p:animEffect transition="in" filter="fade">
                                      <p:cBhvr>
                                        <p:cTn id="53" dur="600"/>
                                        <p:tgtEl>
                                          <p:spTgt spid="166"/>
                                        </p:tgtEl>
                                      </p:cBhvr>
                                    </p:animEffect>
                                    <p:anim calcmode="lin" valueType="num">
                                      <p:cBhvr>
                                        <p:cTn id="54" dur="600" fill="hold">
                                          <p:stCondLst>
                                            <p:cond delay="0"/>
                                          </p:stCondLst>
                                        </p:cTn>
                                        <p:tgtEl>
                                          <p:spTgt spid="166"/>
                                        </p:tgtEl>
                                        <p:attrNameLst>
                                          <p:attrName>ppt_x</p:attrName>
                                        </p:attrNameLst>
                                      </p:cBhvr>
                                      <p:tavLst>
                                        <p:tav tm="0">
                                          <p:val>
                                            <p:strVal val="#ppt_x"/>
                                          </p:val>
                                        </p:tav>
                                        <p:tav tm="100000">
                                          <p:val>
                                            <p:strVal val="#ppt_x"/>
                                          </p:val>
                                        </p:tav>
                                      </p:tavLst>
                                    </p:anim>
                                    <p:anim calcmode="lin" valueType="num">
                                      <p:cBhvr>
                                        <p:cTn id="55" dur="600" decel="100000" fill="hold">
                                          <p:stCondLst>
                                            <p:cond delay="0"/>
                                          </p:stCondLst>
                                        </p:cTn>
                                        <p:tgtEl>
                                          <p:spTgt spid="166"/>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670"/>
                                  </p:stCondLst>
                                  <p:childTnLst>
                                    <p:set>
                                      <p:cBhvr>
                                        <p:cTn id="57" dur="1" fill="hold">
                                          <p:stCondLst>
                                            <p:cond delay="0"/>
                                          </p:stCondLst>
                                        </p:cTn>
                                        <p:tgtEl>
                                          <p:spTgt spid="167"/>
                                        </p:tgtEl>
                                        <p:attrNameLst>
                                          <p:attrName>style.visibility</p:attrName>
                                        </p:attrNameLst>
                                      </p:cBhvr>
                                      <p:to>
                                        <p:strVal val="visible"/>
                                      </p:to>
                                    </p:set>
                                    <p:animEffect transition="in" filter="fade">
                                      <p:cBhvr>
                                        <p:cTn id="58" dur="600"/>
                                        <p:tgtEl>
                                          <p:spTgt spid="167"/>
                                        </p:tgtEl>
                                      </p:cBhvr>
                                    </p:animEffect>
                                    <p:anim calcmode="lin" valueType="num">
                                      <p:cBhvr>
                                        <p:cTn id="59" dur="600" fill="hold">
                                          <p:stCondLst>
                                            <p:cond delay="0"/>
                                          </p:stCondLst>
                                        </p:cTn>
                                        <p:tgtEl>
                                          <p:spTgt spid="167"/>
                                        </p:tgtEl>
                                        <p:attrNameLst>
                                          <p:attrName>ppt_x</p:attrName>
                                        </p:attrNameLst>
                                      </p:cBhvr>
                                      <p:tavLst>
                                        <p:tav tm="0">
                                          <p:val>
                                            <p:strVal val="#ppt_x"/>
                                          </p:val>
                                        </p:tav>
                                        <p:tav tm="100000">
                                          <p:val>
                                            <p:strVal val="#ppt_x"/>
                                          </p:val>
                                        </p:tav>
                                      </p:tavLst>
                                    </p:anim>
                                    <p:anim calcmode="lin" valueType="num">
                                      <p:cBhvr>
                                        <p:cTn id="60" dur="600" decel="100000" fill="hold">
                                          <p:stCondLst>
                                            <p:cond delay="0"/>
                                          </p:stCondLst>
                                        </p:cTn>
                                        <p:tgtEl>
                                          <p:spTgt spid="167"/>
                                        </p:tgtEl>
                                        <p:attrNameLst>
                                          <p:attrName>ppt_y</p:attrName>
                                        </p:attrNameLst>
                                      </p:cBhvr>
                                      <p:tavLst>
                                        <p:tav tm="0">
                                          <p:val>
                                            <p:strVal val="#ppt_y+0.04"/>
                                          </p:val>
                                        </p:tav>
                                        <p:tav tm="100000">
                                          <p:val>
                                            <p:strVal val="#ppt_y"/>
                                          </p:val>
                                        </p:tav>
                                      </p:tavLst>
                                    </p:anim>
                                  </p:childTnLst>
                                </p:cTn>
                              </p:par>
                              <p:par>
                                <p:cTn id="61" presetID="42" presetClass="entr" presetSubtype="0" fill="hold" grpId="0" nodeType="withEffect">
                                  <p:stCondLst>
                                    <p:cond delay="830"/>
                                  </p:stCondLst>
                                  <p:childTnLst>
                                    <p:set>
                                      <p:cBhvr>
                                        <p:cTn id="62" dur="1" fill="hold">
                                          <p:stCondLst>
                                            <p:cond delay="0"/>
                                          </p:stCondLst>
                                        </p:cTn>
                                        <p:tgtEl>
                                          <p:spTgt spid="168"/>
                                        </p:tgtEl>
                                        <p:attrNameLst>
                                          <p:attrName>style.visibility</p:attrName>
                                        </p:attrNameLst>
                                      </p:cBhvr>
                                      <p:to>
                                        <p:strVal val="visible"/>
                                      </p:to>
                                    </p:set>
                                    <p:animEffect transition="in" filter="fade">
                                      <p:cBhvr>
                                        <p:cTn id="63" dur="600"/>
                                        <p:tgtEl>
                                          <p:spTgt spid="168"/>
                                        </p:tgtEl>
                                      </p:cBhvr>
                                    </p:animEffect>
                                    <p:anim calcmode="lin" valueType="num">
                                      <p:cBhvr>
                                        <p:cTn id="64" dur="600" fill="hold">
                                          <p:stCondLst>
                                            <p:cond delay="0"/>
                                          </p:stCondLst>
                                        </p:cTn>
                                        <p:tgtEl>
                                          <p:spTgt spid="168"/>
                                        </p:tgtEl>
                                        <p:attrNameLst>
                                          <p:attrName>ppt_x</p:attrName>
                                        </p:attrNameLst>
                                      </p:cBhvr>
                                      <p:tavLst>
                                        <p:tav tm="0">
                                          <p:val>
                                            <p:strVal val="#ppt_x"/>
                                          </p:val>
                                        </p:tav>
                                        <p:tav tm="100000">
                                          <p:val>
                                            <p:strVal val="#ppt_x"/>
                                          </p:val>
                                        </p:tav>
                                      </p:tavLst>
                                    </p:anim>
                                    <p:anim calcmode="lin" valueType="num">
                                      <p:cBhvr>
                                        <p:cTn id="65" dur="600" decel="100000" fill="hold">
                                          <p:stCondLst>
                                            <p:cond delay="0"/>
                                          </p:stCondLst>
                                        </p:cTn>
                                        <p:tgtEl>
                                          <p:spTgt spid="168"/>
                                        </p:tgtEl>
                                        <p:attrNameLst>
                                          <p:attrName>ppt_y</p:attrName>
                                        </p:attrNameLst>
                                      </p:cBhvr>
                                      <p:tavLst>
                                        <p:tav tm="0">
                                          <p:val>
                                            <p:strVal val="#ppt_y+0.04"/>
                                          </p:val>
                                        </p:tav>
                                        <p:tav tm="100000">
                                          <p:val>
                                            <p:strVal val="#ppt_y"/>
                                          </p:val>
                                        </p:tav>
                                      </p:tavLst>
                                    </p:anim>
                                  </p:childTnLst>
                                </p:cTn>
                              </p:par>
                              <p:par>
                                <p:cTn id="66" presetID="42" presetClass="entr" presetSubtype="0" fill="hold" grpId="0" nodeType="withEffect">
                                  <p:stCondLst>
                                    <p:cond delay="830"/>
                                  </p:stCondLst>
                                  <p:childTnLst>
                                    <p:set>
                                      <p:cBhvr>
                                        <p:cTn id="67" dur="1" fill="hold">
                                          <p:stCondLst>
                                            <p:cond delay="0"/>
                                          </p:stCondLst>
                                        </p:cTn>
                                        <p:tgtEl>
                                          <p:spTgt spid="169"/>
                                        </p:tgtEl>
                                        <p:attrNameLst>
                                          <p:attrName>style.visibility</p:attrName>
                                        </p:attrNameLst>
                                      </p:cBhvr>
                                      <p:to>
                                        <p:strVal val="visible"/>
                                      </p:to>
                                    </p:set>
                                    <p:animEffect transition="in" filter="fade">
                                      <p:cBhvr>
                                        <p:cTn id="68" dur="600"/>
                                        <p:tgtEl>
                                          <p:spTgt spid="169"/>
                                        </p:tgtEl>
                                      </p:cBhvr>
                                    </p:animEffect>
                                    <p:anim calcmode="lin" valueType="num">
                                      <p:cBhvr>
                                        <p:cTn id="69" dur="600" fill="hold">
                                          <p:stCondLst>
                                            <p:cond delay="0"/>
                                          </p:stCondLst>
                                        </p:cTn>
                                        <p:tgtEl>
                                          <p:spTgt spid="169"/>
                                        </p:tgtEl>
                                        <p:attrNameLst>
                                          <p:attrName>ppt_x</p:attrName>
                                        </p:attrNameLst>
                                      </p:cBhvr>
                                      <p:tavLst>
                                        <p:tav tm="0">
                                          <p:val>
                                            <p:strVal val="#ppt_x"/>
                                          </p:val>
                                        </p:tav>
                                        <p:tav tm="100000">
                                          <p:val>
                                            <p:strVal val="#ppt_x"/>
                                          </p:val>
                                        </p:tav>
                                      </p:tavLst>
                                    </p:anim>
                                    <p:anim calcmode="lin" valueType="num">
                                      <p:cBhvr>
                                        <p:cTn id="70" dur="600" decel="100000" fill="hold">
                                          <p:stCondLst>
                                            <p:cond delay="0"/>
                                          </p:stCondLst>
                                        </p:cTn>
                                        <p:tgtEl>
                                          <p:spTgt spid="169"/>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830"/>
                                  </p:stCondLst>
                                  <p:childTnLst>
                                    <p:set>
                                      <p:cBhvr>
                                        <p:cTn id="72" dur="1" fill="hold">
                                          <p:stCondLst>
                                            <p:cond delay="0"/>
                                          </p:stCondLst>
                                        </p:cTn>
                                        <p:tgtEl>
                                          <p:spTgt spid="170"/>
                                        </p:tgtEl>
                                        <p:attrNameLst>
                                          <p:attrName>style.visibility</p:attrName>
                                        </p:attrNameLst>
                                      </p:cBhvr>
                                      <p:to>
                                        <p:strVal val="visible"/>
                                      </p:to>
                                    </p:set>
                                    <p:animEffect transition="in" filter="fade">
                                      <p:cBhvr>
                                        <p:cTn id="73" dur="600"/>
                                        <p:tgtEl>
                                          <p:spTgt spid="170"/>
                                        </p:tgtEl>
                                      </p:cBhvr>
                                    </p:animEffect>
                                    <p:anim calcmode="lin" valueType="num">
                                      <p:cBhvr>
                                        <p:cTn id="74" dur="600" fill="hold">
                                          <p:stCondLst>
                                            <p:cond delay="0"/>
                                          </p:stCondLst>
                                        </p:cTn>
                                        <p:tgtEl>
                                          <p:spTgt spid="170"/>
                                        </p:tgtEl>
                                        <p:attrNameLst>
                                          <p:attrName>ppt_x</p:attrName>
                                        </p:attrNameLst>
                                      </p:cBhvr>
                                      <p:tavLst>
                                        <p:tav tm="0">
                                          <p:val>
                                            <p:strVal val="#ppt_x"/>
                                          </p:val>
                                        </p:tav>
                                        <p:tav tm="100000">
                                          <p:val>
                                            <p:strVal val="#ppt_x"/>
                                          </p:val>
                                        </p:tav>
                                      </p:tavLst>
                                    </p:anim>
                                    <p:anim calcmode="lin" valueType="num">
                                      <p:cBhvr>
                                        <p:cTn id="75" dur="600" decel="100000" fill="hold">
                                          <p:stCondLst>
                                            <p:cond delay="0"/>
                                          </p:stCondLst>
                                        </p:cTn>
                                        <p:tgtEl>
                                          <p:spTgt spid="170"/>
                                        </p:tgtEl>
                                        <p:attrNameLst>
                                          <p:attrName>ppt_y</p:attrName>
                                        </p:attrNameLst>
                                      </p:cBhvr>
                                      <p:tavLst>
                                        <p:tav tm="0">
                                          <p:val>
                                            <p:strVal val="#ppt_y+0.04"/>
                                          </p:val>
                                        </p:tav>
                                        <p:tav tm="100000">
                                          <p:val>
                                            <p:strVal val="#ppt_y"/>
                                          </p:val>
                                        </p:tav>
                                      </p:tavLst>
                                    </p:anim>
                                  </p:childTnLst>
                                </p:cTn>
                              </p:par>
                              <p:par>
                                <p:cTn id="76" presetID="42" presetClass="entr" presetSubtype="0" fill="hold" grpId="0" nodeType="withEffect">
                                  <p:stCondLst>
                                    <p:cond delay="830"/>
                                  </p:stCondLst>
                                  <p:childTnLst>
                                    <p:set>
                                      <p:cBhvr>
                                        <p:cTn id="77" dur="1" fill="hold">
                                          <p:stCondLst>
                                            <p:cond delay="0"/>
                                          </p:stCondLst>
                                        </p:cTn>
                                        <p:tgtEl>
                                          <p:spTgt spid="171"/>
                                        </p:tgtEl>
                                        <p:attrNameLst>
                                          <p:attrName>style.visibility</p:attrName>
                                        </p:attrNameLst>
                                      </p:cBhvr>
                                      <p:to>
                                        <p:strVal val="visible"/>
                                      </p:to>
                                    </p:set>
                                    <p:animEffect transition="in" filter="fade">
                                      <p:cBhvr>
                                        <p:cTn id="78" dur="600"/>
                                        <p:tgtEl>
                                          <p:spTgt spid="171"/>
                                        </p:tgtEl>
                                      </p:cBhvr>
                                    </p:animEffect>
                                    <p:anim calcmode="lin" valueType="num">
                                      <p:cBhvr>
                                        <p:cTn id="79" dur="600" fill="hold">
                                          <p:stCondLst>
                                            <p:cond delay="0"/>
                                          </p:stCondLst>
                                        </p:cTn>
                                        <p:tgtEl>
                                          <p:spTgt spid="171"/>
                                        </p:tgtEl>
                                        <p:attrNameLst>
                                          <p:attrName>ppt_x</p:attrName>
                                        </p:attrNameLst>
                                      </p:cBhvr>
                                      <p:tavLst>
                                        <p:tav tm="0">
                                          <p:val>
                                            <p:strVal val="#ppt_x"/>
                                          </p:val>
                                        </p:tav>
                                        <p:tav tm="100000">
                                          <p:val>
                                            <p:strVal val="#ppt_x"/>
                                          </p:val>
                                        </p:tav>
                                      </p:tavLst>
                                    </p:anim>
                                    <p:anim calcmode="lin" valueType="num">
                                      <p:cBhvr>
                                        <p:cTn id="80" dur="600" decel="100000" fill="hold">
                                          <p:stCondLst>
                                            <p:cond delay="0"/>
                                          </p:stCondLst>
                                        </p:cTn>
                                        <p:tgtEl>
                                          <p:spTgt spid="171"/>
                                        </p:tgtEl>
                                        <p:attrNameLst>
                                          <p:attrName>ppt_y</p:attrName>
                                        </p:attrNameLst>
                                      </p:cBhvr>
                                      <p:tavLst>
                                        <p:tav tm="0">
                                          <p:val>
                                            <p:strVal val="#ppt_y+0.04"/>
                                          </p:val>
                                        </p:tav>
                                        <p:tav tm="100000">
                                          <p:val>
                                            <p:strVal val="#ppt_y"/>
                                          </p:val>
                                        </p:tav>
                                      </p:tavLst>
                                    </p:anim>
                                  </p:childTnLst>
                                </p:cTn>
                              </p:par>
                              <p:par>
                                <p:cTn id="81" presetID="42" presetClass="entr" presetSubtype="0" fill="hold" grpId="0" nodeType="withEffect">
                                  <p:stCondLst>
                                    <p:cond delay="830"/>
                                  </p:stCondLst>
                                  <p:childTnLst>
                                    <p:set>
                                      <p:cBhvr>
                                        <p:cTn id="82" dur="1" fill="hold">
                                          <p:stCondLst>
                                            <p:cond delay="0"/>
                                          </p:stCondLst>
                                        </p:cTn>
                                        <p:tgtEl>
                                          <p:spTgt spid="172"/>
                                        </p:tgtEl>
                                        <p:attrNameLst>
                                          <p:attrName>style.visibility</p:attrName>
                                        </p:attrNameLst>
                                      </p:cBhvr>
                                      <p:to>
                                        <p:strVal val="visible"/>
                                      </p:to>
                                    </p:set>
                                    <p:animEffect transition="in" filter="fade">
                                      <p:cBhvr>
                                        <p:cTn id="83" dur="600"/>
                                        <p:tgtEl>
                                          <p:spTgt spid="172"/>
                                        </p:tgtEl>
                                      </p:cBhvr>
                                    </p:animEffect>
                                    <p:anim calcmode="lin" valueType="num">
                                      <p:cBhvr>
                                        <p:cTn id="84" dur="600" fill="hold">
                                          <p:stCondLst>
                                            <p:cond delay="0"/>
                                          </p:stCondLst>
                                        </p:cTn>
                                        <p:tgtEl>
                                          <p:spTgt spid="172"/>
                                        </p:tgtEl>
                                        <p:attrNameLst>
                                          <p:attrName>ppt_x</p:attrName>
                                        </p:attrNameLst>
                                      </p:cBhvr>
                                      <p:tavLst>
                                        <p:tav tm="0">
                                          <p:val>
                                            <p:strVal val="#ppt_x"/>
                                          </p:val>
                                        </p:tav>
                                        <p:tav tm="100000">
                                          <p:val>
                                            <p:strVal val="#ppt_x"/>
                                          </p:val>
                                        </p:tav>
                                      </p:tavLst>
                                    </p:anim>
                                    <p:anim calcmode="lin" valueType="num">
                                      <p:cBhvr>
                                        <p:cTn id="85" dur="600" decel="100000" fill="hold">
                                          <p:stCondLst>
                                            <p:cond delay="0"/>
                                          </p:stCondLst>
                                        </p:cTn>
                                        <p:tgtEl>
                                          <p:spTgt spid="172"/>
                                        </p:tgtEl>
                                        <p:attrNameLst>
                                          <p:attrName>ppt_y</p:attrName>
                                        </p:attrNameLst>
                                      </p:cBhvr>
                                      <p:tavLst>
                                        <p:tav tm="0">
                                          <p:val>
                                            <p:strVal val="#ppt_y+0.04"/>
                                          </p:val>
                                        </p:tav>
                                        <p:tav tm="100000">
                                          <p:val>
                                            <p:strVal val="#ppt_y"/>
                                          </p:val>
                                        </p:tav>
                                      </p:tavLst>
                                    </p:anim>
                                  </p:childTnLst>
                                </p:cTn>
                              </p:par>
                              <p:par>
                                <p:cTn id="86" presetID="42" presetClass="entr" presetSubtype="0" fill="hold" grpId="0" nodeType="withEffect">
                                  <p:stCondLst>
                                    <p:cond delay="990"/>
                                  </p:stCondLst>
                                  <p:childTnLst>
                                    <p:set>
                                      <p:cBhvr>
                                        <p:cTn id="87" dur="1" fill="hold">
                                          <p:stCondLst>
                                            <p:cond delay="0"/>
                                          </p:stCondLst>
                                        </p:cTn>
                                        <p:tgtEl>
                                          <p:spTgt spid="173"/>
                                        </p:tgtEl>
                                        <p:attrNameLst>
                                          <p:attrName>style.visibility</p:attrName>
                                        </p:attrNameLst>
                                      </p:cBhvr>
                                      <p:to>
                                        <p:strVal val="visible"/>
                                      </p:to>
                                    </p:set>
                                    <p:animEffect transition="in" filter="fade">
                                      <p:cBhvr>
                                        <p:cTn id="88" dur="600"/>
                                        <p:tgtEl>
                                          <p:spTgt spid="173"/>
                                        </p:tgtEl>
                                      </p:cBhvr>
                                    </p:animEffect>
                                    <p:anim calcmode="lin" valueType="num">
                                      <p:cBhvr>
                                        <p:cTn id="89" dur="600" fill="hold">
                                          <p:stCondLst>
                                            <p:cond delay="0"/>
                                          </p:stCondLst>
                                        </p:cTn>
                                        <p:tgtEl>
                                          <p:spTgt spid="173"/>
                                        </p:tgtEl>
                                        <p:attrNameLst>
                                          <p:attrName>ppt_x</p:attrName>
                                        </p:attrNameLst>
                                      </p:cBhvr>
                                      <p:tavLst>
                                        <p:tav tm="0">
                                          <p:val>
                                            <p:strVal val="#ppt_x"/>
                                          </p:val>
                                        </p:tav>
                                        <p:tav tm="100000">
                                          <p:val>
                                            <p:strVal val="#ppt_x"/>
                                          </p:val>
                                        </p:tav>
                                      </p:tavLst>
                                    </p:anim>
                                    <p:anim calcmode="lin" valueType="num">
                                      <p:cBhvr>
                                        <p:cTn id="90" dur="600" decel="100000" fill="hold">
                                          <p:stCondLst>
                                            <p:cond delay="0"/>
                                          </p:stCondLst>
                                        </p:cTn>
                                        <p:tgtEl>
                                          <p:spTgt spid="173"/>
                                        </p:tgtEl>
                                        <p:attrNameLst>
                                          <p:attrName>ppt_y</p:attrName>
                                        </p:attrNameLst>
                                      </p:cBhvr>
                                      <p:tavLst>
                                        <p:tav tm="0">
                                          <p:val>
                                            <p:strVal val="#ppt_y+0.04"/>
                                          </p:val>
                                        </p:tav>
                                        <p:tav tm="100000">
                                          <p:val>
                                            <p:strVal val="#ppt_y"/>
                                          </p:val>
                                        </p:tav>
                                      </p:tavLst>
                                    </p:anim>
                                  </p:childTnLst>
                                </p:cTn>
                              </p:par>
                              <p:par>
                                <p:cTn id="91" presetID="42" presetClass="entr" presetSubtype="0" fill="hold" grpId="0" nodeType="withEffect">
                                  <p:stCondLst>
                                    <p:cond delay="990"/>
                                  </p:stCondLst>
                                  <p:childTnLst>
                                    <p:set>
                                      <p:cBhvr>
                                        <p:cTn id="92" dur="1" fill="hold">
                                          <p:stCondLst>
                                            <p:cond delay="0"/>
                                          </p:stCondLst>
                                        </p:cTn>
                                        <p:tgtEl>
                                          <p:spTgt spid="174"/>
                                        </p:tgtEl>
                                        <p:attrNameLst>
                                          <p:attrName>style.visibility</p:attrName>
                                        </p:attrNameLst>
                                      </p:cBhvr>
                                      <p:to>
                                        <p:strVal val="visible"/>
                                      </p:to>
                                    </p:set>
                                    <p:animEffect transition="in" filter="fade">
                                      <p:cBhvr>
                                        <p:cTn id="93" dur="600"/>
                                        <p:tgtEl>
                                          <p:spTgt spid="174"/>
                                        </p:tgtEl>
                                      </p:cBhvr>
                                    </p:animEffect>
                                    <p:anim calcmode="lin" valueType="num">
                                      <p:cBhvr>
                                        <p:cTn id="94" dur="600" fill="hold">
                                          <p:stCondLst>
                                            <p:cond delay="0"/>
                                          </p:stCondLst>
                                        </p:cTn>
                                        <p:tgtEl>
                                          <p:spTgt spid="174"/>
                                        </p:tgtEl>
                                        <p:attrNameLst>
                                          <p:attrName>ppt_x</p:attrName>
                                        </p:attrNameLst>
                                      </p:cBhvr>
                                      <p:tavLst>
                                        <p:tav tm="0">
                                          <p:val>
                                            <p:strVal val="#ppt_x"/>
                                          </p:val>
                                        </p:tav>
                                        <p:tav tm="100000">
                                          <p:val>
                                            <p:strVal val="#ppt_x"/>
                                          </p:val>
                                        </p:tav>
                                      </p:tavLst>
                                    </p:anim>
                                    <p:anim calcmode="lin" valueType="num">
                                      <p:cBhvr>
                                        <p:cTn id="95" dur="600" decel="100000" fill="hold">
                                          <p:stCondLst>
                                            <p:cond delay="0"/>
                                          </p:stCondLst>
                                        </p:cTn>
                                        <p:tgtEl>
                                          <p:spTgt spid="174"/>
                                        </p:tgtEl>
                                        <p:attrNameLst>
                                          <p:attrName>ppt_y</p:attrName>
                                        </p:attrNameLst>
                                      </p:cBhvr>
                                      <p:tavLst>
                                        <p:tav tm="0">
                                          <p:val>
                                            <p:strVal val="#ppt_y+0.04"/>
                                          </p:val>
                                        </p:tav>
                                        <p:tav tm="100000">
                                          <p:val>
                                            <p:strVal val="#ppt_y"/>
                                          </p:val>
                                        </p:tav>
                                      </p:tavLst>
                                    </p:anim>
                                  </p:childTnLst>
                                </p:cTn>
                              </p:par>
                              <p:par>
                                <p:cTn id="96" presetID="42" presetClass="entr" presetSubtype="0" fill="hold" grpId="0" nodeType="withEffect">
                                  <p:stCondLst>
                                    <p:cond delay="990"/>
                                  </p:stCondLst>
                                  <p:childTnLst>
                                    <p:set>
                                      <p:cBhvr>
                                        <p:cTn id="97" dur="1" fill="hold">
                                          <p:stCondLst>
                                            <p:cond delay="0"/>
                                          </p:stCondLst>
                                        </p:cTn>
                                        <p:tgtEl>
                                          <p:spTgt spid="175"/>
                                        </p:tgtEl>
                                        <p:attrNameLst>
                                          <p:attrName>style.visibility</p:attrName>
                                        </p:attrNameLst>
                                      </p:cBhvr>
                                      <p:to>
                                        <p:strVal val="visible"/>
                                      </p:to>
                                    </p:set>
                                    <p:animEffect transition="in" filter="fade">
                                      <p:cBhvr>
                                        <p:cTn id="98" dur="600"/>
                                        <p:tgtEl>
                                          <p:spTgt spid="175"/>
                                        </p:tgtEl>
                                      </p:cBhvr>
                                    </p:animEffect>
                                    <p:anim calcmode="lin" valueType="num">
                                      <p:cBhvr>
                                        <p:cTn id="99" dur="600" fill="hold">
                                          <p:stCondLst>
                                            <p:cond delay="0"/>
                                          </p:stCondLst>
                                        </p:cTn>
                                        <p:tgtEl>
                                          <p:spTgt spid="175"/>
                                        </p:tgtEl>
                                        <p:attrNameLst>
                                          <p:attrName>ppt_x</p:attrName>
                                        </p:attrNameLst>
                                      </p:cBhvr>
                                      <p:tavLst>
                                        <p:tav tm="0">
                                          <p:val>
                                            <p:strVal val="#ppt_x"/>
                                          </p:val>
                                        </p:tav>
                                        <p:tav tm="100000">
                                          <p:val>
                                            <p:strVal val="#ppt_x"/>
                                          </p:val>
                                        </p:tav>
                                      </p:tavLst>
                                    </p:anim>
                                    <p:anim calcmode="lin" valueType="num">
                                      <p:cBhvr>
                                        <p:cTn id="100" dur="600" decel="100000" fill="hold">
                                          <p:stCondLst>
                                            <p:cond delay="0"/>
                                          </p:stCondLst>
                                        </p:cTn>
                                        <p:tgtEl>
                                          <p:spTgt spid="175"/>
                                        </p:tgtEl>
                                        <p:attrNameLst>
                                          <p:attrName>ppt_y</p:attrName>
                                        </p:attrNameLst>
                                      </p:cBhvr>
                                      <p:tavLst>
                                        <p:tav tm="0">
                                          <p:val>
                                            <p:strVal val="#ppt_y+0.04"/>
                                          </p:val>
                                        </p:tav>
                                        <p:tav tm="100000">
                                          <p:val>
                                            <p:strVal val="#ppt_y"/>
                                          </p:val>
                                        </p:tav>
                                      </p:tavLst>
                                    </p:anim>
                                  </p:childTnLst>
                                </p:cTn>
                              </p:par>
                              <p:par>
                                <p:cTn id="101" presetID="42" presetClass="entr" presetSubtype="0" fill="hold" grpId="0" nodeType="withEffect">
                                  <p:stCondLst>
                                    <p:cond delay="990"/>
                                  </p:stCondLst>
                                  <p:childTnLst>
                                    <p:set>
                                      <p:cBhvr>
                                        <p:cTn id="102" dur="1" fill="hold">
                                          <p:stCondLst>
                                            <p:cond delay="0"/>
                                          </p:stCondLst>
                                        </p:cTn>
                                        <p:tgtEl>
                                          <p:spTgt spid="176"/>
                                        </p:tgtEl>
                                        <p:attrNameLst>
                                          <p:attrName>style.visibility</p:attrName>
                                        </p:attrNameLst>
                                      </p:cBhvr>
                                      <p:to>
                                        <p:strVal val="visible"/>
                                      </p:to>
                                    </p:set>
                                    <p:animEffect transition="in" filter="fade">
                                      <p:cBhvr>
                                        <p:cTn id="103" dur="600"/>
                                        <p:tgtEl>
                                          <p:spTgt spid="176"/>
                                        </p:tgtEl>
                                      </p:cBhvr>
                                    </p:animEffect>
                                    <p:anim calcmode="lin" valueType="num">
                                      <p:cBhvr>
                                        <p:cTn id="104" dur="600" fill="hold">
                                          <p:stCondLst>
                                            <p:cond delay="0"/>
                                          </p:stCondLst>
                                        </p:cTn>
                                        <p:tgtEl>
                                          <p:spTgt spid="176"/>
                                        </p:tgtEl>
                                        <p:attrNameLst>
                                          <p:attrName>ppt_x</p:attrName>
                                        </p:attrNameLst>
                                      </p:cBhvr>
                                      <p:tavLst>
                                        <p:tav tm="0">
                                          <p:val>
                                            <p:strVal val="#ppt_x"/>
                                          </p:val>
                                        </p:tav>
                                        <p:tav tm="100000">
                                          <p:val>
                                            <p:strVal val="#ppt_x"/>
                                          </p:val>
                                        </p:tav>
                                      </p:tavLst>
                                    </p:anim>
                                    <p:anim calcmode="lin" valueType="num">
                                      <p:cBhvr>
                                        <p:cTn id="105" dur="600" decel="100000" fill="hold">
                                          <p:stCondLst>
                                            <p:cond delay="0"/>
                                          </p:stCondLst>
                                        </p:cTn>
                                        <p:tgtEl>
                                          <p:spTgt spid="176"/>
                                        </p:tgtEl>
                                        <p:attrNameLst>
                                          <p:attrName>ppt_y</p:attrName>
                                        </p:attrNameLst>
                                      </p:cBhvr>
                                      <p:tavLst>
                                        <p:tav tm="0">
                                          <p:val>
                                            <p:strVal val="#ppt_y+0.04"/>
                                          </p:val>
                                        </p:tav>
                                        <p:tav tm="100000">
                                          <p:val>
                                            <p:strVal val="#ppt_y"/>
                                          </p:val>
                                        </p:tav>
                                      </p:tavLst>
                                    </p:anim>
                                  </p:childTnLst>
                                </p:cTn>
                              </p:par>
                              <p:par>
                                <p:cTn id="106" presetID="42" presetClass="entr" presetSubtype="0" fill="hold" grpId="0" nodeType="withEffect">
                                  <p:stCondLst>
                                    <p:cond delay="990"/>
                                  </p:stCondLst>
                                  <p:childTnLst>
                                    <p:set>
                                      <p:cBhvr>
                                        <p:cTn id="107" dur="1" fill="hold">
                                          <p:stCondLst>
                                            <p:cond delay="0"/>
                                          </p:stCondLst>
                                        </p:cTn>
                                        <p:tgtEl>
                                          <p:spTgt spid="177"/>
                                        </p:tgtEl>
                                        <p:attrNameLst>
                                          <p:attrName>style.visibility</p:attrName>
                                        </p:attrNameLst>
                                      </p:cBhvr>
                                      <p:to>
                                        <p:strVal val="visible"/>
                                      </p:to>
                                    </p:set>
                                    <p:animEffect transition="in" filter="fade">
                                      <p:cBhvr>
                                        <p:cTn id="108" dur="600"/>
                                        <p:tgtEl>
                                          <p:spTgt spid="177"/>
                                        </p:tgtEl>
                                      </p:cBhvr>
                                    </p:animEffect>
                                    <p:anim calcmode="lin" valueType="num">
                                      <p:cBhvr>
                                        <p:cTn id="109" dur="600" fill="hold">
                                          <p:stCondLst>
                                            <p:cond delay="0"/>
                                          </p:stCondLst>
                                        </p:cTn>
                                        <p:tgtEl>
                                          <p:spTgt spid="177"/>
                                        </p:tgtEl>
                                        <p:attrNameLst>
                                          <p:attrName>ppt_x</p:attrName>
                                        </p:attrNameLst>
                                      </p:cBhvr>
                                      <p:tavLst>
                                        <p:tav tm="0">
                                          <p:val>
                                            <p:strVal val="#ppt_x"/>
                                          </p:val>
                                        </p:tav>
                                        <p:tav tm="100000">
                                          <p:val>
                                            <p:strVal val="#ppt_x"/>
                                          </p:val>
                                        </p:tav>
                                      </p:tavLst>
                                    </p:anim>
                                    <p:anim calcmode="lin" valueType="num">
                                      <p:cBhvr>
                                        <p:cTn id="110" dur="600" decel="100000" fill="hold">
                                          <p:stCondLst>
                                            <p:cond delay="0"/>
                                          </p:stCondLst>
                                        </p:cTn>
                                        <p:tgtEl>
                                          <p:spTgt spid="177"/>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78" name="Kicker 178"/>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05</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حجم التحدي</a:t>
            </a:r>
            <a:endParaRPr lang="ar-SA" sz="1200" dirty="0"/>
          </a:p>
        </p:txBody>
      </p:sp>
      <p:sp>
        <p:nvSpPr>
          <p:cNvPr id="179" name="Title 179"/>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لماذا هذه المشكلة مهمة في إكسبو؟</a:t>
            </a:r>
            <a:endParaRPr lang="ar-SA" sz="1200" dirty="0"/>
          </a:p>
        </p:txBody>
      </p:sp>
      <p:sp>
        <p:nvSpPr>
          <p:cNvPr id="180" name="Stat card 180"/>
          <p:cNvSpPr/>
          <p:nvPr/>
        </p:nvSpPr>
        <p:spPr>
          <a:xfrm>
            <a:off x="6126480" y="1600200"/>
            <a:ext cx="2560320" cy="2331720"/>
          </a:xfrm>
          <a:prstGeom prst="roundRect">
            <a:avLst>
              <a:gd name="adj" fmla="val 7058"/>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81" name="Stat mark 181"/>
          <p:cNvSpPr/>
          <p:nvPr/>
        </p:nvSpPr>
        <p:spPr>
          <a:xfrm>
            <a:off x="7132320" y="1984248"/>
            <a:ext cx="548640" cy="54864"/>
          </a:xfrm>
          <a:prstGeom prst="roundRect">
            <a:avLst>
              <a:gd name="adj" fmla="val 50000"/>
            </a:avLst>
          </a:prstGeom>
          <a:gradFill rotWithShape="1">
            <a:gsLst>
              <a:gs pos="0">
                <a:srgbClr val="8F82F5"/>
              </a:gs>
              <a:gs pos="100000">
                <a:srgbClr val="FF4D6D"/>
              </a:gs>
            </a:gsLst>
            <a:lin ang="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192" name="Counter frame 192"/>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+10</a:t>
            </a:r>
            <a:endParaRPr lang="ar-SA" sz="1200" dirty="0"/>
          </a:p>
        </p:txBody>
      </p:sp>
      <p:sp>
        <p:nvSpPr>
          <p:cNvPr id="193" name="Counter frame 193"/>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+18</a:t>
            </a:r>
            <a:endParaRPr lang="ar-SA" sz="1200" dirty="0"/>
          </a:p>
        </p:txBody>
      </p:sp>
      <p:sp>
        <p:nvSpPr>
          <p:cNvPr id="194" name="Counter frame 194"/>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+24</a:t>
            </a:r>
            <a:endParaRPr lang="ar-SA" sz="1200" dirty="0"/>
          </a:p>
        </p:txBody>
      </p:sp>
      <p:sp>
        <p:nvSpPr>
          <p:cNvPr id="195" name="Counter frame 195"/>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+30</a:t>
            </a:r>
            <a:endParaRPr lang="ar-SA" sz="1200" dirty="0"/>
          </a:p>
        </p:txBody>
      </p:sp>
      <p:sp>
        <p:nvSpPr>
          <p:cNvPr id="196" name="Counter frame 196"/>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+34</a:t>
            </a:r>
            <a:endParaRPr lang="ar-SA" sz="1200" dirty="0"/>
          </a:p>
        </p:txBody>
      </p:sp>
      <p:sp>
        <p:nvSpPr>
          <p:cNvPr id="197" name="Counter frame 197"/>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+37</a:t>
            </a:r>
            <a:endParaRPr lang="ar-SA" sz="1200" dirty="0"/>
          </a:p>
        </p:txBody>
      </p:sp>
      <p:sp>
        <p:nvSpPr>
          <p:cNvPr id="198" name="Counter frame 198"/>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+39</a:t>
            </a:r>
            <a:endParaRPr lang="ar-SA" sz="1200" dirty="0"/>
          </a:p>
        </p:txBody>
      </p:sp>
      <p:sp>
        <p:nvSpPr>
          <p:cNvPr id="199" name="Counter frame 199"/>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+40</a:t>
            </a:r>
            <a:endParaRPr lang="ar-SA" sz="1200" dirty="0"/>
          </a:p>
        </p:txBody>
      </p:sp>
      <p:sp>
        <p:nvSpPr>
          <p:cNvPr id="200" name="Counter frame 200"/>
          <p:cNvSpPr txBox="1"/>
          <p:nvPr/>
        </p:nvSpPr>
        <p:spPr>
          <a:xfrm>
            <a:off x="15361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+41</a:t>
            </a:r>
            <a:endParaRPr lang="ar-SA" sz="1200" dirty="0"/>
          </a:p>
        </p:txBody>
      </p:sp>
      <p:sp>
        <p:nvSpPr>
          <p:cNvPr id="182" name="Stat number 182"/>
          <p:cNvSpPr txBox="1"/>
          <p:nvPr/>
        </p:nvSpPr>
        <p:spPr>
          <a:xfrm>
            <a:off x="621792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F4D6D"/>
                </a:solidFill>
                <a:latin typeface="Tajawal"/>
                <a:ea typeface="Tajawal"/>
                <a:cs typeface="Tajawal"/>
              </a:rPr>
              <a:t>+42</a:t>
            </a:r>
            <a:endParaRPr lang="ar-SA" sz="1200" dirty="0"/>
          </a:p>
        </p:txBody>
      </p:sp>
      <p:sp>
        <p:nvSpPr>
          <p:cNvPr id="183" name="Stat label 183"/>
          <p:cNvSpPr txBox="1"/>
          <p:nvPr/>
        </p:nvSpPr>
        <p:spPr>
          <a:xfrm>
            <a:off x="6217920" y="3200400"/>
            <a:ext cx="2377440" cy="411480"/>
          </a:xfrm>
          <a:prstGeom prst="rect">
            <a:avLst/>
          </a:prstGeom>
          <a:noFill/>
          <a:ln>
            <a:noFill/>
          </a:ln>
        </p:spPr>
        <p:txBody>
          <a:bodyPr wrap="square" lIns="0" tIns="0" rIns="0" bIns="0" rtlCol="0" anchor="ctr">
            <a:noAutofit/>
          </a:bodyPr>
          <a:lstStyle/>
          <a:p>
            <a:pPr marL="0" indent="0" algn="ctr" rtl="1">
              <a:lnSpc>
                <a:spcPct val="110000"/>
              </a:lnSpc>
              <a:spcBef>
                <a:spcPts val="0"/>
              </a:spcBef>
              <a:spcAft>
                <a:spcPts val="0"/>
              </a:spcAft>
              <a:buNone/>
            </a:pPr>
            <a:r>
              <a:rPr lang="ar-SA" sz="1650" b="0" dirty="0">
                <a:solidFill>
                  <a:srgbClr val="B4B1CC"/>
                </a:solidFill>
                <a:latin typeface="Tajawal"/>
                <a:ea typeface="Tajawal"/>
                <a:cs typeface="Tajawal"/>
              </a:rPr>
              <a:t>مليون زيارة</a:t>
            </a:r>
            <a:endParaRPr lang="ar-SA" sz="1200" dirty="0"/>
          </a:p>
        </p:txBody>
      </p:sp>
      <p:sp>
        <p:nvSpPr>
          <p:cNvPr id="184" name="Stat card 184"/>
          <p:cNvSpPr/>
          <p:nvPr/>
        </p:nvSpPr>
        <p:spPr>
          <a:xfrm>
            <a:off x="3291840" y="1600200"/>
            <a:ext cx="2560320" cy="2331720"/>
          </a:xfrm>
          <a:prstGeom prst="roundRect">
            <a:avLst>
              <a:gd name="adj" fmla="val 7058"/>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85" name="Stat mark 185"/>
          <p:cNvSpPr/>
          <p:nvPr/>
        </p:nvSpPr>
        <p:spPr>
          <a:xfrm>
            <a:off x="4297680" y="1984248"/>
            <a:ext cx="548640" cy="54864"/>
          </a:xfrm>
          <a:prstGeom prst="roundRect">
            <a:avLst>
              <a:gd name="adj" fmla="val 50000"/>
            </a:avLst>
          </a:prstGeom>
          <a:gradFill rotWithShape="1">
            <a:gsLst>
              <a:gs pos="0">
                <a:srgbClr val="8F82F5"/>
              </a:gs>
              <a:gs pos="100000">
                <a:srgbClr val="FF4D6D"/>
              </a:gs>
            </a:gsLst>
            <a:lin ang="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01" name="Counter frame 201"/>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35</a:t>
            </a:r>
            <a:endParaRPr lang="ar-SA" sz="1200" dirty="0"/>
          </a:p>
        </p:txBody>
      </p:sp>
      <p:sp>
        <p:nvSpPr>
          <p:cNvPr id="202" name="Counter frame 202"/>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65</a:t>
            </a:r>
            <a:endParaRPr lang="ar-SA" sz="1200" dirty="0"/>
          </a:p>
        </p:txBody>
      </p:sp>
      <p:sp>
        <p:nvSpPr>
          <p:cNvPr id="203" name="Counter frame 203"/>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91</a:t>
            </a:r>
            <a:endParaRPr lang="ar-SA" sz="1200" dirty="0"/>
          </a:p>
        </p:txBody>
      </p:sp>
      <p:sp>
        <p:nvSpPr>
          <p:cNvPr id="204" name="Counter frame 204"/>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114</a:t>
            </a:r>
            <a:endParaRPr lang="ar-SA" sz="1200" dirty="0"/>
          </a:p>
        </p:txBody>
      </p:sp>
      <p:sp>
        <p:nvSpPr>
          <p:cNvPr id="205" name="Counter frame 205"/>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133</a:t>
            </a:r>
            <a:endParaRPr lang="ar-SA" sz="1200" dirty="0"/>
          </a:p>
        </p:txBody>
      </p:sp>
      <p:sp>
        <p:nvSpPr>
          <p:cNvPr id="206" name="Counter frame 206"/>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149</a:t>
            </a:r>
            <a:endParaRPr lang="ar-SA" sz="1200" dirty="0"/>
          </a:p>
        </p:txBody>
      </p:sp>
      <p:sp>
        <p:nvSpPr>
          <p:cNvPr id="207" name="Counter frame 207"/>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162</a:t>
            </a:r>
            <a:endParaRPr lang="ar-SA" sz="1200" dirty="0"/>
          </a:p>
        </p:txBody>
      </p:sp>
      <p:sp>
        <p:nvSpPr>
          <p:cNvPr id="208" name="Counter frame 208"/>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172</a:t>
            </a:r>
            <a:endParaRPr lang="ar-SA" sz="1200" dirty="0"/>
          </a:p>
        </p:txBody>
      </p:sp>
      <p:sp>
        <p:nvSpPr>
          <p:cNvPr id="209" name="Counter frame 209"/>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181</a:t>
            </a:r>
            <a:endParaRPr lang="ar-SA" sz="1200" dirty="0"/>
          </a:p>
        </p:txBody>
      </p:sp>
      <p:sp>
        <p:nvSpPr>
          <p:cNvPr id="210" name="Counter frame 210"/>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187</a:t>
            </a:r>
            <a:endParaRPr lang="ar-SA" sz="1200" dirty="0"/>
          </a:p>
        </p:txBody>
      </p:sp>
      <p:sp>
        <p:nvSpPr>
          <p:cNvPr id="211" name="Counter frame 211"/>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191</a:t>
            </a:r>
            <a:endParaRPr lang="ar-SA" sz="1200" dirty="0"/>
          </a:p>
        </p:txBody>
      </p:sp>
      <p:sp>
        <p:nvSpPr>
          <p:cNvPr id="212" name="Counter frame 212"/>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194</a:t>
            </a:r>
            <a:endParaRPr lang="ar-SA" sz="1200" dirty="0"/>
          </a:p>
        </p:txBody>
      </p:sp>
      <p:sp>
        <p:nvSpPr>
          <p:cNvPr id="213" name="Counter frame 213"/>
          <p:cNvSpPr txBox="1"/>
          <p:nvPr/>
        </p:nvSpPr>
        <p:spPr>
          <a:xfrm>
            <a:off x="12527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196</a:t>
            </a:r>
            <a:endParaRPr lang="ar-SA" sz="1200" dirty="0"/>
          </a:p>
        </p:txBody>
      </p:sp>
      <p:sp>
        <p:nvSpPr>
          <p:cNvPr id="186" name="Stat number 186"/>
          <p:cNvSpPr txBox="1"/>
          <p:nvPr/>
        </p:nvSpPr>
        <p:spPr>
          <a:xfrm>
            <a:off x="338328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8F82F5"/>
                </a:solidFill>
                <a:latin typeface="Tajawal"/>
                <a:ea typeface="Tajawal"/>
                <a:cs typeface="Tajawal"/>
              </a:rPr>
              <a:t>197</a:t>
            </a:r>
            <a:endParaRPr lang="ar-SA" sz="1200" dirty="0"/>
          </a:p>
        </p:txBody>
      </p:sp>
      <p:sp>
        <p:nvSpPr>
          <p:cNvPr id="187" name="Stat label 187"/>
          <p:cNvSpPr txBox="1"/>
          <p:nvPr/>
        </p:nvSpPr>
        <p:spPr>
          <a:xfrm>
            <a:off x="3383280" y="3200400"/>
            <a:ext cx="2377440" cy="411480"/>
          </a:xfrm>
          <a:prstGeom prst="rect">
            <a:avLst/>
          </a:prstGeom>
          <a:noFill/>
          <a:ln>
            <a:noFill/>
          </a:ln>
        </p:spPr>
        <p:txBody>
          <a:bodyPr wrap="square" lIns="0" tIns="0" rIns="0" bIns="0" rtlCol="0" anchor="ctr">
            <a:noAutofit/>
          </a:bodyPr>
          <a:lstStyle/>
          <a:p>
            <a:pPr marL="0" indent="0" algn="ctr" rtl="1">
              <a:lnSpc>
                <a:spcPct val="110000"/>
              </a:lnSpc>
              <a:spcBef>
                <a:spcPts val="0"/>
              </a:spcBef>
              <a:spcAft>
                <a:spcPts val="0"/>
              </a:spcAft>
              <a:buNone/>
            </a:pPr>
            <a:r>
              <a:rPr lang="ar-SA" sz="1650" b="0" dirty="0">
                <a:solidFill>
                  <a:srgbClr val="B4B1CC"/>
                </a:solidFill>
                <a:latin typeface="Tajawal"/>
                <a:ea typeface="Tajawal"/>
                <a:cs typeface="Tajawal"/>
              </a:rPr>
              <a:t>دولة مشاركة</a:t>
            </a:r>
            <a:endParaRPr lang="ar-SA" sz="1200" dirty="0"/>
          </a:p>
        </p:txBody>
      </p:sp>
      <p:sp>
        <p:nvSpPr>
          <p:cNvPr id="188" name="Stat card 188"/>
          <p:cNvSpPr/>
          <p:nvPr/>
        </p:nvSpPr>
        <p:spPr>
          <a:xfrm>
            <a:off x="457200" y="1600200"/>
            <a:ext cx="2560320" cy="2331720"/>
          </a:xfrm>
          <a:prstGeom prst="roundRect">
            <a:avLst>
              <a:gd name="adj" fmla="val 7058"/>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89" name="Stat mark 189"/>
          <p:cNvSpPr/>
          <p:nvPr/>
        </p:nvSpPr>
        <p:spPr>
          <a:xfrm>
            <a:off x="1463040" y="1984248"/>
            <a:ext cx="548640" cy="54864"/>
          </a:xfrm>
          <a:prstGeom prst="roundRect">
            <a:avLst>
              <a:gd name="adj" fmla="val 50000"/>
            </a:avLst>
          </a:prstGeom>
          <a:gradFill rotWithShape="1">
            <a:gsLst>
              <a:gs pos="0">
                <a:srgbClr val="8F82F5"/>
              </a:gs>
              <a:gs pos="100000">
                <a:srgbClr val="FF4D6D"/>
              </a:gs>
            </a:gsLst>
            <a:lin ang="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14" name="Counter frame 214"/>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+40</a:t>
            </a:r>
            <a:endParaRPr lang="ar-SA" sz="1200" dirty="0"/>
          </a:p>
        </p:txBody>
      </p:sp>
      <p:sp>
        <p:nvSpPr>
          <p:cNvPr id="215" name="Counter frame 215"/>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+76</a:t>
            </a:r>
            <a:endParaRPr lang="ar-SA" sz="1200" dirty="0"/>
          </a:p>
        </p:txBody>
      </p:sp>
      <p:sp>
        <p:nvSpPr>
          <p:cNvPr id="216" name="Counter frame 216"/>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+107</a:t>
            </a:r>
            <a:endParaRPr lang="ar-SA" sz="1200" dirty="0"/>
          </a:p>
        </p:txBody>
      </p:sp>
      <p:sp>
        <p:nvSpPr>
          <p:cNvPr id="217" name="Counter frame 217"/>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+133</a:t>
            </a:r>
            <a:endParaRPr lang="ar-SA" sz="1200" dirty="0"/>
          </a:p>
        </p:txBody>
      </p:sp>
      <p:sp>
        <p:nvSpPr>
          <p:cNvPr id="218" name="Counter frame 218"/>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+155</a:t>
            </a:r>
            <a:endParaRPr lang="ar-SA" sz="1200" dirty="0"/>
          </a:p>
        </p:txBody>
      </p:sp>
      <p:sp>
        <p:nvSpPr>
          <p:cNvPr id="219" name="Counter frame 219"/>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+174</a:t>
            </a:r>
            <a:endParaRPr lang="ar-SA" sz="1200" dirty="0"/>
          </a:p>
        </p:txBody>
      </p:sp>
      <p:sp>
        <p:nvSpPr>
          <p:cNvPr id="220" name="Counter frame 220"/>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+189</a:t>
            </a:r>
            <a:endParaRPr lang="ar-SA" sz="1200" dirty="0"/>
          </a:p>
        </p:txBody>
      </p:sp>
      <p:sp>
        <p:nvSpPr>
          <p:cNvPr id="221" name="Counter frame 221"/>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+201</a:t>
            </a:r>
            <a:endParaRPr lang="ar-SA" sz="1200" dirty="0"/>
          </a:p>
        </p:txBody>
      </p:sp>
      <p:sp>
        <p:nvSpPr>
          <p:cNvPr id="222" name="Counter frame 222"/>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+211</a:t>
            </a:r>
            <a:endParaRPr lang="ar-SA" sz="1200" dirty="0"/>
          </a:p>
        </p:txBody>
      </p:sp>
      <p:sp>
        <p:nvSpPr>
          <p:cNvPr id="223" name="Counter frame 223"/>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+218</a:t>
            </a:r>
            <a:endParaRPr lang="ar-SA" sz="1200" dirty="0"/>
          </a:p>
        </p:txBody>
      </p:sp>
      <p:sp>
        <p:nvSpPr>
          <p:cNvPr id="224" name="Counter frame 224"/>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+223</a:t>
            </a:r>
            <a:endParaRPr lang="ar-SA" sz="1200" dirty="0"/>
          </a:p>
        </p:txBody>
      </p:sp>
      <p:sp>
        <p:nvSpPr>
          <p:cNvPr id="225" name="Counter frame 225"/>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+226</a:t>
            </a:r>
            <a:endParaRPr lang="ar-SA" sz="1200" dirty="0"/>
          </a:p>
        </p:txBody>
      </p:sp>
      <p:sp>
        <p:nvSpPr>
          <p:cNvPr id="226" name="Counter frame 226"/>
          <p:cNvSpPr txBox="1"/>
          <p:nvPr/>
        </p:nvSpPr>
        <p:spPr>
          <a:xfrm>
            <a:off x="9692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+228</a:t>
            </a:r>
            <a:endParaRPr lang="ar-SA" sz="1200" dirty="0"/>
          </a:p>
        </p:txBody>
      </p:sp>
      <p:sp>
        <p:nvSpPr>
          <p:cNvPr id="190" name="Stat number 190"/>
          <p:cNvSpPr txBox="1"/>
          <p:nvPr/>
        </p:nvSpPr>
        <p:spPr>
          <a:xfrm>
            <a:off x="548640" y="2240280"/>
            <a:ext cx="2377440" cy="914400"/>
          </a:xfrm>
          <a:prstGeom prst="rect">
            <a:avLst/>
          </a:prstGeom>
          <a:no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5500" b="1" dirty="0">
                <a:solidFill>
                  <a:srgbClr val="F5F5F8"/>
                </a:solidFill>
                <a:latin typeface="Tajawal"/>
                <a:ea typeface="Tajawal"/>
                <a:cs typeface="Tajawal"/>
              </a:rPr>
              <a:t>+230</a:t>
            </a:r>
            <a:endParaRPr lang="ar-SA" sz="1200" dirty="0"/>
          </a:p>
        </p:txBody>
      </p:sp>
      <p:sp>
        <p:nvSpPr>
          <p:cNvPr id="191" name="Stat label 191"/>
          <p:cNvSpPr txBox="1"/>
          <p:nvPr/>
        </p:nvSpPr>
        <p:spPr>
          <a:xfrm>
            <a:off x="548640" y="3200400"/>
            <a:ext cx="2377440" cy="411480"/>
          </a:xfrm>
          <a:prstGeom prst="rect">
            <a:avLst/>
          </a:prstGeom>
          <a:noFill/>
          <a:ln>
            <a:noFill/>
          </a:ln>
        </p:spPr>
        <p:txBody>
          <a:bodyPr wrap="square" lIns="0" tIns="0" rIns="0" bIns="0" rtlCol="0" anchor="ctr">
            <a:noAutofit/>
          </a:bodyPr>
          <a:lstStyle/>
          <a:p>
            <a:pPr marL="0" indent="0" algn="ctr" rtl="1">
              <a:lnSpc>
                <a:spcPct val="110000"/>
              </a:lnSpc>
              <a:spcBef>
                <a:spcPts val="0"/>
              </a:spcBef>
              <a:spcAft>
                <a:spcPts val="0"/>
              </a:spcAft>
              <a:buNone/>
            </a:pPr>
            <a:r>
              <a:rPr lang="ar-SA" sz="1650" b="0" dirty="0">
                <a:solidFill>
                  <a:srgbClr val="B4B1CC"/>
                </a:solidFill>
                <a:latin typeface="Tajawal"/>
                <a:ea typeface="Tajawal"/>
                <a:cs typeface="Tajawal"/>
              </a:rPr>
              <a:t>جناحًا</a:t>
            </a:r>
            <a:endParaRPr lang="ar-SA" sz="1200" dirty="0"/>
          </a:p>
        </p:txBody>
      </p:sp>
    </p:spTree>
    <p:extLst>
      <p:ext uri="{BB962C8B-B14F-4D97-AF65-F5344CB8AC3E}">
        <p14:creationId xmlns:p14="http://schemas.microsoft.com/office/powerpoint/2010/main" val="216239245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700"/>
                                        <p:tgtEl>
                                          <p:spTgt spid="178"/>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79"/>
                                        </p:tgtEl>
                                        <p:attrNameLst>
                                          <p:attrName>style.visibility</p:attrName>
                                        </p:attrNameLst>
                                      </p:cBhvr>
                                      <p:to>
                                        <p:strVal val="visible"/>
                                      </p:to>
                                    </p:set>
                                    <p:animEffect transition="in" filter="fade">
                                      <p:cBhvr>
                                        <p:cTn id="10" dur="600"/>
                                        <p:tgtEl>
                                          <p:spTgt spid="179"/>
                                        </p:tgtEl>
                                      </p:cBhvr>
                                    </p:animEffect>
                                    <p:anim calcmode="lin" valueType="num">
                                      <p:cBhvr>
                                        <p:cTn id="11" dur="600" fill="hold">
                                          <p:stCondLst>
                                            <p:cond delay="0"/>
                                          </p:stCondLst>
                                        </p:cTn>
                                        <p:tgtEl>
                                          <p:spTgt spid="179"/>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179"/>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180"/>
                                        </p:tgtEl>
                                        <p:attrNameLst>
                                          <p:attrName>style.visibility</p:attrName>
                                        </p:attrNameLst>
                                      </p:cBhvr>
                                      <p:to>
                                        <p:strVal val="visible"/>
                                      </p:to>
                                    </p:set>
                                    <p:animEffect transition="in" filter="fade">
                                      <p:cBhvr>
                                        <p:cTn id="15" dur="600"/>
                                        <p:tgtEl>
                                          <p:spTgt spid="180"/>
                                        </p:tgtEl>
                                      </p:cBhvr>
                                    </p:animEffect>
                                    <p:anim calcmode="lin" valueType="num">
                                      <p:cBhvr>
                                        <p:cTn id="16" dur="600" fill="hold">
                                          <p:stCondLst>
                                            <p:cond delay="0"/>
                                          </p:stCondLst>
                                        </p:cTn>
                                        <p:tgtEl>
                                          <p:spTgt spid="180"/>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180"/>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181"/>
                                        </p:tgtEl>
                                        <p:attrNameLst>
                                          <p:attrName>style.visibility</p:attrName>
                                        </p:attrNameLst>
                                      </p:cBhvr>
                                      <p:to>
                                        <p:strVal val="visible"/>
                                      </p:to>
                                    </p:set>
                                    <p:animEffect transition="in" filter="fade">
                                      <p:cBhvr>
                                        <p:cTn id="20" dur="600"/>
                                        <p:tgtEl>
                                          <p:spTgt spid="181"/>
                                        </p:tgtEl>
                                      </p:cBhvr>
                                    </p:animEffect>
                                    <p:anim calcmode="lin" valueType="num">
                                      <p:cBhvr>
                                        <p:cTn id="21" dur="600" fill="hold">
                                          <p:stCondLst>
                                            <p:cond delay="0"/>
                                          </p:stCondLst>
                                        </p:cTn>
                                        <p:tgtEl>
                                          <p:spTgt spid="181"/>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181"/>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183"/>
                                        </p:tgtEl>
                                        <p:attrNameLst>
                                          <p:attrName>style.visibility</p:attrName>
                                        </p:attrNameLst>
                                      </p:cBhvr>
                                      <p:to>
                                        <p:strVal val="visible"/>
                                      </p:to>
                                    </p:set>
                                    <p:animEffect transition="in" filter="fade">
                                      <p:cBhvr>
                                        <p:cTn id="25" dur="600"/>
                                        <p:tgtEl>
                                          <p:spTgt spid="183"/>
                                        </p:tgtEl>
                                      </p:cBhvr>
                                    </p:animEffect>
                                    <p:anim calcmode="lin" valueType="num">
                                      <p:cBhvr>
                                        <p:cTn id="26" dur="600" fill="hold">
                                          <p:stCondLst>
                                            <p:cond delay="0"/>
                                          </p:stCondLst>
                                        </p:cTn>
                                        <p:tgtEl>
                                          <p:spTgt spid="183"/>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183"/>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510"/>
                                  </p:stCondLst>
                                  <p:childTnLst>
                                    <p:set>
                                      <p:cBhvr>
                                        <p:cTn id="29" dur="1" fill="hold">
                                          <p:stCondLst>
                                            <p:cond delay="0"/>
                                          </p:stCondLst>
                                        </p:cTn>
                                        <p:tgtEl>
                                          <p:spTgt spid="184"/>
                                        </p:tgtEl>
                                        <p:attrNameLst>
                                          <p:attrName>style.visibility</p:attrName>
                                        </p:attrNameLst>
                                      </p:cBhvr>
                                      <p:to>
                                        <p:strVal val="visible"/>
                                      </p:to>
                                    </p:set>
                                    <p:animEffect transition="in" filter="fade">
                                      <p:cBhvr>
                                        <p:cTn id="30" dur="600"/>
                                        <p:tgtEl>
                                          <p:spTgt spid="184"/>
                                        </p:tgtEl>
                                      </p:cBhvr>
                                    </p:animEffect>
                                    <p:anim calcmode="lin" valueType="num">
                                      <p:cBhvr>
                                        <p:cTn id="31" dur="600" fill="hold">
                                          <p:stCondLst>
                                            <p:cond delay="0"/>
                                          </p:stCondLst>
                                        </p:cTn>
                                        <p:tgtEl>
                                          <p:spTgt spid="184"/>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184"/>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510"/>
                                  </p:stCondLst>
                                  <p:childTnLst>
                                    <p:set>
                                      <p:cBhvr>
                                        <p:cTn id="34" dur="1" fill="hold">
                                          <p:stCondLst>
                                            <p:cond delay="0"/>
                                          </p:stCondLst>
                                        </p:cTn>
                                        <p:tgtEl>
                                          <p:spTgt spid="185"/>
                                        </p:tgtEl>
                                        <p:attrNameLst>
                                          <p:attrName>style.visibility</p:attrName>
                                        </p:attrNameLst>
                                      </p:cBhvr>
                                      <p:to>
                                        <p:strVal val="visible"/>
                                      </p:to>
                                    </p:set>
                                    <p:animEffect transition="in" filter="fade">
                                      <p:cBhvr>
                                        <p:cTn id="35" dur="600"/>
                                        <p:tgtEl>
                                          <p:spTgt spid="185"/>
                                        </p:tgtEl>
                                      </p:cBhvr>
                                    </p:animEffect>
                                    <p:anim calcmode="lin" valueType="num">
                                      <p:cBhvr>
                                        <p:cTn id="36" dur="600" fill="hold">
                                          <p:stCondLst>
                                            <p:cond delay="0"/>
                                          </p:stCondLst>
                                        </p:cTn>
                                        <p:tgtEl>
                                          <p:spTgt spid="185"/>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185"/>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510"/>
                                  </p:stCondLst>
                                  <p:childTnLst>
                                    <p:set>
                                      <p:cBhvr>
                                        <p:cTn id="39" dur="1" fill="hold">
                                          <p:stCondLst>
                                            <p:cond delay="0"/>
                                          </p:stCondLst>
                                        </p:cTn>
                                        <p:tgtEl>
                                          <p:spTgt spid="187"/>
                                        </p:tgtEl>
                                        <p:attrNameLst>
                                          <p:attrName>style.visibility</p:attrName>
                                        </p:attrNameLst>
                                      </p:cBhvr>
                                      <p:to>
                                        <p:strVal val="visible"/>
                                      </p:to>
                                    </p:set>
                                    <p:animEffect transition="in" filter="fade">
                                      <p:cBhvr>
                                        <p:cTn id="40" dur="600"/>
                                        <p:tgtEl>
                                          <p:spTgt spid="187"/>
                                        </p:tgtEl>
                                      </p:cBhvr>
                                    </p:animEffect>
                                    <p:anim calcmode="lin" valueType="num">
                                      <p:cBhvr>
                                        <p:cTn id="41" dur="600" fill="hold">
                                          <p:stCondLst>
                                            <p:cond delay="0"/>
                                          </p:stCondLst>
                                        </p:cTn>
                                        <p:tgtEl>
                                          <p:spTgt spid="187"/>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187"/>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670"/>
                                  </p:stCondLst>
                                  <p:childTnLst>
                                    <p:set>
                                      <p:cBhvr>
                                        <p:cTn id="44" dur="1" fill="hold">
                                          <p:stCondLst>
                                            <p:cond delay="0"/>
                                          </p:stCondLst>
                                        </p:cTn>
                                        <p:tgtEl>
                                          <p:spTgt spid="188"/>
                                        </p:tgtEl>
                                        <p:attrNameLst>
                                          <p:attrName>style.visibility</p:attrName>
                                        </p:attrNameLst>
                                      </p:cBhvr>
                                      <p:to>
                                        <p:strVal val="visible"/>
                                      </p:to>
                                    </p:set>
                                    <p:animEffect transition="in" filter="fade">
                                      <p:cBhvr>
                                        <p:cTn id="45" dur="600"/>
                                        <p:tgtEl>
                                          <p:spTgt spid="188"/>
                                        </p:tgtEl>
                                      </p:cBhvr>
                                    </p:animEffect>
                                    <p:anim calcmode="lin" valueType="num">
                                      <p:cBhvr>
                                        <p:cTn id="46" dur="600" fill="hold">
                                          <p:stCondLst>
                                            <p:cond delay="0"/>
                                          </p:stCondLst>
                                        </p:cTn>
                                        <p:tgtEl>
                                          <p:spTgt spid="188"/>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188"/>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670"/>
                                  </p:stCondLst>
                                  <p:childTnLst>
                                    <p:set>
                                      <p:cBhvr>
                                        <p:cTn id="49" dur="1" fill="hold">
                                          <p:stCondLst>
                                            <p:cond delay="0"/>
                                          </p:stCondLst>
                                        </p:cTn>
                                        <p:tgtEl>
                                          <p:spTgt spid="189"/>
                                        </p:tgtEl>
                                        <p:attrNameLst>
                                          <p:attrName>style.visibility</p:attrName>
                                        </p:attrNameLst>
                                      </p:cBhvr>
                                      <p:to>
                                        <p:strVal val="visible"/>
                                      </p:to>
                                    </p:set>
                                    <p:animEffect transition="in" filter="fade">
                                      <p:cBhvr>
                                        <p:cTn id="50" dur="600"/>
                                        <p:tgtEl>
                                          <p:spTgt spid="189"/>
                                        </p:tgtEl>
                                      </p:cBhvr>
                                    </p:animEffect>
                                    <p:anim calcmode="lin" valueType="num">
                                      <p:cBhvr>
                                        <p:cTn id="51" dur="600" fill="hold">
                                          <p:stCondLst>
                                            <p:cond delay="0"/>
                                          </p:stCondLst>
                                        </p:cTn>
                                        <p:tgtEl>
                                          <p:spTgt spid="189"/>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189"/>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670"/>
                                  </p:stCondLst>
                                  <p:childTnLst>
                                    <p:set>
                                      <p:cBhvr>
                                        <p:cTn id="54" dur="1" fill="hold">
                                          <p:stCondLst>
                                            <p:cond delay="0"/>
                                          </p:stCondLst>
                                        </p:cTn>
                                        <p:tgtEl>
                                          <p:spTgt spid="191"/>
                                        </p:tgtEl>
                                        <p:attrNameLst>
                                          <p:attrName>style.visibility</p:attrName>
                                        </p:attrNameLst>
                                      </p:cBhvr>
                                      <p:to>
                                        <p:strVal val="visible"/>
                                      </p:to>
                                    </p:set>
                                    <p:animEffect transition="in" filter="fade">
                                      <p:cBhvr>
                                        <p:cTn id="55" dur="600"/>
                                        <p:tgtEl>
                                          <p:spTgt spid="191"/>
                                        </p:tgtEl>
                                      </p:cBhvr>
                                    </p:animEffect>
                                    <p:anim calcmode="lin" valueType="num">
                                      <p:cBhvr>
                                        <p:cTn id="56" dur="600" fill="hold">
                                          <p:stCondLst>
                                            <p:cond delay="0"/>
                                          </p:stCondLst>
                                        </p:cTn>
                                        <p:tgtEl>
                                          <p:spTgt spid="191"/>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191"/>
                                        </p:tgtEl>
                                        <p:attrNameLst>
                                          <p:attrName>ppt_y</p:attrName>
                                        </p:attrNameLst>
                                      </p:cBhvr>
                                      <p:tavLst>
                                        <p:tav tm="0">
                                          <p:val>
                                            <p:strVal val="#ppt_y+0.04"/>
                                          </p:val>
                                        </p:tav>
                                        <p:tav tm="100000">
                                          <p:val>
                                            <p:strVal val="#ppt_y"/>
                                          </p:val>
                                        </p:tav>
                                      </p:tavLst>
                                    </p:anim>
                                  </p:childTnLst>
                                </p:cTn>
                              </p:par>
                              <p:par>
                                <p:cTn id="58" presetID="1" presetClass="entr" presetSubtype="0" fill="hold" grpId="0" nodeType="withEffect">
                                  <p:stCondLst>
                                    <p:cond delay="600"/>
                                  </p:stCondLst>
                                  <p:childTnLst>
                                    <p:set>
                                      <p:cBhvr>
                                        <p:cTn id="59" dur="1" fill="hold">
                                          <p:stCondLst>
                                            <p:cond delay="0"/>
                                          </p:stCondLst>
                                        </p:cTn>
                                        <p:tgtEl>
                                          <p:spTgt spid="192"/>
                                        </p:tgtEl>
                                        <p:attrNameLst>
                                          <p:attrName>style.visibility</p:attrName>
                                        </p:attrNameLst>
                                      </p:cBhvr>
                                      <p:to>
                                        <p:strVal val="visible"/>
                                      </p:to>
                                    </p:set>
                                    <p:anim calcmode="discrete" valueType="num">
                                      <p:cBhvr additive="base">
                                        <p:cTn id="60" dur="1" fill="hold">
                                          <p:stCondLst>
                                            <p:cond delay="0"/>
                                          </p:stCondLst>
                                        </p:cTn>
                                        <p:tgtEl>
                                          <p:spTgt spid="192"/>
                                        </p:tgtEl>
                                        <p:attrNameLst>
                                          <p:attrName>ppt_x</p:attrName>
                                        </p:attrNameLst>
                                      </p:cBhvr>
                                      <p:tavLst>
                                        <p:tav tm="0">
                                          <p:val>
                                            <p:strVal val="#ppt_x-1"/>
                                          </p:val>
                                        </p:tav>
                                        <p:tav tm="100000">
                                          <p:val>
                                            <p:strVal val="#ppt_x-1"/>
                                          </p:val>
                                        </p:tav>
                                      </p:tavLst>
                                    </p:anim>
                                  </p:childTnLst>
                                </p:cTn>
                              </p:par>
                              <p:par>
                                <p:cTn id="61" presetID="1" presetClass="exit" presetSubtype="0" fill="hold" grpId="1" nodeType="withEffect">
                                  <p:stCondLst>
                                    <p:cond delay="677"/>
                                  </p:stCondLst>
                                  <p:childTnLst>
                                    <p:set>
                                      <p:cBhvr>
                                        <p:cTn id="62" dur="1" fill="hold">
                                          <p:stCondLst>
                                            <p:cond delay="0"/>
                                          </p:stCondLst>
                                        </p:cTn>
                                        <p:tgtEl>
                                          <p:spTgt spid="192"/>
                                        </p:tgtEl>
                                        <p:attrNameLst>
                                          <p:attrName>style.visibility</p:attrName>
                                        </p:attrNameLst>
                                      </p:cBhvr>
                                      <p:to>
                                        <p:strVal val="hidden"/>
                                      </p:to>
                                    </p:set>
                                  </p:childTnLst>
                                </p:cTn>
                              </p:par>
                              <p:par>
                                <p:cTn id="63" presetID="1" presetClass="entr" presetSubtype="0" fill="hold" grpId="0" nodeType="withEffect">
                                  <p:stCondLst>
                                    <p:cond delay="677"/>
                                  </p:stCondLst>
                                  <p:childTnLst>
                                    <p:set>
                                      <p:cBhvr>
                                        <p:cTn id="64" dur="1" fill="hold">
                                          <p:stCondLst>
                                            <p:cond delay="0"/>
                                          </p:stCondLst>
                                        </p:cTn>
                                        <p:tgtEl>
                                          <p:spTgt spid="193"/>
                                        </p:tgtEl>
                                        <p:attrNameLst>
                                          <p:attrName>style.visibility</p:attrName>
                                        </p:attrNameLst>
                                      </p:cBhvr>
                                      <p:to>
                                        <p:strVal val="visible"/>
                                      </p:to>
                                    </p:set>
                                    <p:anim calcmode="discrete" valueType="num">
                                      <p:cBhvr additive="base">
                                        <p:cTn id="65" dur="1" fill="hold">
                                          <p:stCondLst>
                                            <p:cond delay="0"/>
                                          </p:stCondLst>
                                        </p:cTn>
                                        <p:tgtEl>
                                          <p:spTgt spid="193"/>
                                        </p:tgtEl>
                                        <p:attrNameLst>
                                          <p:attrName>ppt_x</p:attrName>
                                        </p:attrNameLst>
                                      </p:cBhvr>
                                      <p:tavLst>
                                        <p:tav tm="0">
                                          <p:val>
                                            <p:strVal val="#ppt_x-1"/>
                                          </p:val>
                                        </p:tav>
                                        <p:tav tm="100000">
                                          <p:val>
                                            <p:strVal val="#ppt_x-1"/>
                                          </p:val>
                                        </p:tav>
                                      </p:tavLst>
                                    </p:anim>
                                  </p:childTnLst>
                                </p:cTn>
                              </p:par>
                              <p:par>
                                <p:cTn id="66" presetID="1" presetClass="exit" presetSubtype="0" fill="hold" grpId="1" nodeType="withEffect">
                                  <p:stCondLst>
                                    <p:cond delay="796"/>
                                  </p:stCondLst>
                                  <p:childTnLst>
                                    <p:set>
                                      <p:cBhvr>
                                        <p:cTn id="67" dur="1" fill="hold">
                                          <p:stCondLst>
                                            <p:cond delay="0"/>
                                          </p:stCondLst>
                                        </p:cTn>
                                        <p:tgtEl>
                                          <p:spTgt spid="193"/>
                                        </p:tgtEl>
                                        <p:attrNameLst>
                                          <p:attrName>style.visibility</p:attrName>
                                        </p:attrNameLst>
                                      </p:cBhvr>
                                      <p:to>
                                        <p:strVal val="hidden"/>
                                      </p:to>
                                    </p:set>
                                  </p:childTnLst>
                                </p:cTn>
                              </p:par>
                              <p:par>
                                <p:cTn id="68" presetID="1" presetClass="entr" presetSubtype="0" fill="hold" grpId="0" nodeType="withEffect">
                                  <p:stCondLst>
                                    <p:cond delay="796"/>
                                  </p:stCondLst>
                                  <p:childTnLst>
                                    <p:set>
                                      <p:cBhvr>
                                        <p:cTn id="69" dur="1" fill="hold">
                                          <p:stCondLst>
                                            <p:cond delay="0"/>
                                          </p:stCondLst>
                                        </p:cTn>
                                        <p:tgtEl>
                                          <p:spTgt spid="194"/>
                                        </p:tgtEl>
                                        <p:attrNameLst>
                                          <p:attrName>style.visibility</p:attrName>
                                        </p:attrNameLst>
                                      </p:cBhvr>
                                      <p:to>
                                        <p:strVal val="visible"/>
                                      </p:to>
                                    </p:set>
                                    <p:anim calcmode="discrete" valueType="num">
                                      <p:cBhvr additive="base">
                                        <p:cTn id="70" dur="1" fill="hold">
                                          <p:stCondLst>
                                            <p:cond delay="0"/>
                                          </p:stCondLst>
                                        </p:cTn>
                                        <p:tgtEl>
                                          <p:spTgt spid="194"/>
                                        </p:tgtEl>
                                        <p:attrNameLst>
                                          <p:attrName>ppt_x</p:attrName>
                                        </p:attrNameLst>
                                      </p:cBhvr>
                                      <p:tavLst>
                                        <p:tav tm="0">
                                          <p:val>
                                            <p:strVal val="#ppt_x-1"/>
                                          </p:val>
                                        </p:tav>
                                        <p:tav tm="100000">
                                          <p:val>
                                            <p:strVal val="#ppt_x-1"/>
                                          </p:val>
                                        </p:tav>
                                      </p:tavLst>
                                    </p:anim>
                                  </p:childTnLst>
                                </p:cTn>
                              </p:par>
                              <p:par>
                                <p:cTn id="71" presetID="1" presetClass="exit" presetSubtype="0" fill="hold" grpId="1" nodeType="withEffect">
                                  <p:stCondLst>
                                    <p:cond delay="940"/>
                                  </p:stCondLst>
                                  <p:childTnLst>
                                    <p:set>
                                      <p:cBhvr>
                                        <p:cTn id="72" dur="1" fill="hold">
                                          <p:stCondLst>
                                            <p:cond delay="0"/>
                                          </p:stCondLst>
                                        </p:cTn>
                                        <p:tgtEl>
                                          <p:spTgt spid="194"/>
                                        </p:tgtEl>
                                        <p:attrNameLst>
                                          <p:attrName>style.visibility</p:attrName>
                                        </p:attrNameLst>
                                      </p:cBhvr>
                                      <p:to>
                                        <p:strVal val="hidden"/>
                                      </p:to>
                                    </p:set>
                                  </p:childTnLst>
                                </p:cTn>
                              </p:par>
                              <p:par>
                                <p:cTn id="73" presetID="1" presetClass="entr" presetSubtype="0" fill="hold" grpId="0" nodeType="withEffect">
                                  <p:stCondLst>
                                    <p:cond delay="940"/>
                                  </p:stCondLst>
                                  <p:childTnLst>
                                    <p:set>
                                      <p:cBhvr>
                                        <p:cTn id="74" dur="1" fill="hold">
                                          <p:stCondLst>
                                            <p:cond delay="0"/>
                                          </p:stCondLst>
                                        </p:cTn>
                                        <p:tgtEl>
                                          <p:spTgt spid="195"/>
                                        </p:tgtEl>
                                        <p:attrNameLst>
                                          <p:attrName>style.visibility</p:attrName>
                                        </p:attrNameLst>
                                      </p:cBhvr>
                                      <p:to>
                                        <p:strVal val="visible"/>
                                      </p:to>
                                    </p:set>
                                    <p:anim calcmode="discrete" valueType="num">
                                      <p:cBhvr additive="base">
                                        <p:cTn id="75" dur="1" fill="hold">
                                          <p:stCondLst>
                                            <p:cond delay="0"/>
                                          </p:stCondLst>
                                        </p:cTn>
                                        <p:tgtEl>
                                          <p:spTgt spid="195"/>
                                        </p:tgtEl>
                                        <p:attrNameLst>
                                          <p:attrName>ppt_x</p:attrName>
                                        </p:attrNameLst>
                                      </p:cBhvr>
                                      <p:tavLst>
                                        <p:tav tm="0">
                                          <p:val>
                                            <p:strVal val="#ppt_x-1"/>
                                          </p:val>
                                        </p:tav>
                                        <p:tav tm="100000">
                                          <p:val>
                                            <p:strVal val="#ppt_x-1"/>
                                          </p:val>
                                        </p:tav>
                                      </p:tavLst>
                                    </p:anim>
                                  </p:childTnLst>
                                </p:cTn>
                              </p:par>
                              <p:par>
                                <p:cTn id="76" presetID="1" presetClass="exit" presetSubtype="0" fill="hold" grpId="1" nodeType="withEffect">
                                  <p:stCondLst>
                                    <p:cond delay="1101"/>
                                  </p:stCondLst>
                                  <p:childTnLst>
                                    <p:set>
                                      <p:cBhvr>
                                        <p:cTn id="77" dur="1" fill="hold">
                                          <p:stCondLst>
                                            <p:cond delay="0"/>
                                          </p:stCondLst>
                                        </p:cTn>
                                        <p:tgtEl>
                                          <p:spTgt spid="195"/>
                                        </p:tgtEl>
                                        <p:attrNameLst>
                                          <p:attrName>style.visibility</p:attrName>
                                        </p:attrNameLst>
                                      </p:cBhvr>
                                      <p:to>
                                        <p:strVal val="hidden"/>
                                      </p:to>
                                    </p:set>
                                  </p:childTnLst>
                                </p:cTn>
                              </p:par>
                              <p:par>
                                <p:cTn id="78" presetID="1" presetClass="entr" presetSubtype="0" fill="hold" grpId="0" nodeType="withEffect">
                                  <p:stCondLst>
                                    <p:cond delay="1101"/>
                                  </p:stCondLst>
                                  <p:childTnLst>
                                    <p:set>
                                      <p:cBhvr>
                                        <p:cTn id="79" dur="1" fill="hold">
                                          <p:stCondLst>
                                            <p:cond delay="0"/>
                                          </p:stCondLst>
                                        </p:cTn>
                                        <p:tgtEl>
                                          <p:spTgt spid="196"/>
                                        </p:tgtEl>
                                        <p:attrNameLst>
                                          <p:attrName>style.visibility</p:attrName>
                                        </p:attrNameLst>
                                      </p:cBhvr>
                                      <p:to>
                                        <p:strVal val="visible"/>
                                      </p:to>
                                    </p:set>
                                    <p:anim calcmode="discrete" valueType="num">
                                      <p:cBhvr additive="base">
                                        <p:cTn id="80" dur="1" fill="hold">
                                          <p:stCondLst>
                                            <p:cond delay="0"/>
                                          </p:stCondLst>
                                        </p:cTn>
                                        <p:tgtEl>
                                          <p:spTgt spid="196"/>
                                        </p:tgtEl>
                                        <p:attrNameLst>
                                          <p:attrName>ppt_x</p:attrName>
                                        </p:attrNameLst>
                                      </p:cBhvr>
                                      <p:tavLst>
                                        <p:tav tm="0">
                                          <p:val>
                                            <p:strVal val="#ppt_x-1"/>
                                          </p:val>
                                        </p:tav>
                                        <p:tav tm="100000">
                                          <p:val>
                                            <p:strVal val="#ppt_x-1"/>
                                          </p:val>
                                        </p:tav>
                                      </p:tavLst>
                                    </p:anim>
                                  </p:childTnLst>
                                </p:cTn>
                              </p:par>
                              <p:par>
                                <p:cTn id="81" presetID="1" presetClass="exit" presetSubtype="0" fill="hold" grpId="1" nodeType="withEffect">
                                  <p:stCondLst>
                                    <p:cond delay="1278"/>
                                  </p:stCondLst>
                                  <p:childTnLst>
                                    <p:set>
                                      <p:cBhvr>
                                        <p:cTn id="82" dur="1" fill="hold">
                                          <p:stCondLst>
                                            <p:cond delay="0"/>
                                          </p:stCondLst>
                                        </p:cTn>
                                        <p:tgtEl>
                                          <p:spTgt spid="196"/>
                                        </p:tgtEl>
                                        <p:attrNameLst>
                                          <p:attrName>style.visibility</p:attrName>
                                        </p:attrNameLst>
                                      </p:cBhvr>
                                      <p:to>
                                        <p:strVal val="hidden"/>
                                      </p:to>
                                    </p:set>
                                  </p:childTnLst>
                                </p:cTn>
                              </p:par>
                              <p:par>
                                <p:cTn id="83" presetID="1" presetClass="entr" presetSubtype="0" fill="hold" grpId="0" nodeType="withEffect">
                                  <p:stCondLst>
                                    <p:cond delay="1278"/>
                                  </p:stCondLst>
                                  <p:childTnLst>
                                    <p:set>
                                      <p:cBhvr>
                                        <p:cTn id="84" dur="1" fill="hold">
                                          <p:stCondLst>
                                            <p:cond delay="0"/>
                                          </p:stCondLst>
                                        </p:cTn>
                                        <p:tgtEl>
                                          <p:spTgt spid="197"/>
                                        </p:tgtEl>
                                        <p:attrNameLst>
                                          <p:attrName>style.visibility</p:attrName>
                                        </p:attrNameLst>
                                      </p:cBhvr>
                                      <p:to>
                                        <p:strVal val="visible"/>
                                      </p:to>
                                    </p:set>
                                    <p:anim calcmode="discrete" valueType="num">
                                      <p:cBhvr additive="base">
                                        <p:cTn id="85" dur="1" fill="hold">
                                          <p:stCondLst>
                                            <p:cond delay="0"/>
                                          </p:stCondLst>
                                        </p:cTn>
                                        <p:tgtEl>
                                          <p:spTgt spid="197"/>
                                        </p:tgtEl>
                                        <p:attrNameLst>
                                          <p:attrName>ppt_x</p:attrName>
                                        </p:attrNameLst>
                                      </p:cBhvr>
                                      <p:tavLst>
                                        <p:tav tm="0">
                                          <p:val>
                                            <p:strVal val="#ppt_x-1"/>
                                          </p:val>
                                        </p:tav>
                                        <p:tav tm="100000">
                                          <p:val>
                                            <p:strVal val="#ppt_x-1"/>
                                          </p:val>
                                        </p:tav>
                                      </p:tavLst>
                                    </p:anim>
                                  </p:childTnLst>
                                </p:cTn>
                              </p:par>
                              <p:par>
                                <p:cTn id="86" presetID="1" presetClass="exit" presetSubtype="0" fill="hold" grpId="1" nodeType="withEffect">
                                  <p:stCondLst>
                                    <p:cond delay="1467"/>
                                  </p:stCondLst>
                                  <p:childTnLst>
                                    <p:set>
                                      <p:cBhvr>
                                        <p:cTn id="87" dur="1" fill="hold">
                                          <p:stCondLst>
                                            <p:cond delay="0"/>
                                          </p:stCondLst>
                                        </p:cTn>
                                        <p:tgtEl>
                                          <p:spTgt spid="197"/>
                                        </p:tgtEl>
                                        <p:attrNameLst>
                                          <p:attrName>style.visibility</p:attrName>
                                        </p:attrNameLst>
                                      </p:cBhvr>
                                      <p:to>
                                        <p:strVal val="hidden"/>
                                      </p:to>
                                    </p:set>
                                  </p:childTnLst>
                                </p:cTn>
                              </p:par>
                              <p:par>
                                <p:cTn id="88" presetID="1" presetClass="entr" presetSubtype="0" fill="hold" grpId="0" nodeType="withEffect">
                                  <p:stCondLst>
                                    <p:cond delay="1467"/>
                                  </p:stCondLst>
                                  <p:childTnLst>
                                    <p:set>
                                      <p:cBhvr>
                                        <p:cTn id="89" dur="1" fill="hold">
                                          <p:stCondLst>
                                            <p:cond delay="0"/>
                                          </p:stCondLst>
                                        </p:cTn>
                                        <p:tgtEl>
                                          <p:spTgt spid="198"/>
                                        </p:tgtEl>
                                        <p:attrNameLst>
                                          <p:attrName>style.visibility</p:attrName>
                                        </p:attrNameLst>
                                      </p:cBhvr>
                                      <p:to>
                                        <p:strVal val="visible"/>
                                      </p:to>
                                    </p:set>
                                    <p:anim calcmode="discrete" valueType="num">
                                      <p:cBhvr additive="base">
                                        <p:cTn id="90" dur="1" fill="hold">
                                          <p:stCondLst>
                                            <p:cond delay="0"/>
                                          </p:stCondLst>
                                        </p:cTn>
                                        <p:tgtEl>
                                          <p:spTgt spid="198"/>
                                        </p:tgtEl>
                                        <p:attrNameLst>
                                          <p:attrName>ppt_x</p:attrName>
                                        </p:attrNameLst>
                                      </p:cBhvr>
                                      <p:tavLst>
                                        <p:tav tm="0">
                                          <p:val>
                                            <p:strVal val="#ppt_x-1"/>
                                          </p:val>
                                        </p:tav>
                                        <p:tav tm="100000">
                                          <p:val>
                                            <p:strVal val="#ppt_x-1"/>
                                          </p:val>
                                        </p:tav>
                                      </p:tavLst>
                                    </p:anim>
                                  </p:childTnLst>
                                </p:cTn>
                              </p:par>
                              <p:par>
                                <p:cTn id="91" presetID="1" presetClass="exit" presetSubtype="0" fill="hold" grpId="1" nodeType="withEffect">
                                  <p:stCondLst>
                                    <p:cond delay="1668"/>
                                  </p:stCondLst>
                                  <p:childTnLst>
                                    <p:set>
                                      <p:cBhvr>
                                        <p:cTn id="92" dur="1" fill="hold">
                                          <p:stCondLst>
                                            <p:cond delay="0"/>
                                          </p:stCondLst>
                                        </p:cTn>
                                        <p:tgtEl>
                                          <p:spTgt spid="198"/>
                                        </p:tgtEl>
                                        <p:attrNameLst>
                                          <p:attrName>style.visibility</p:attrName>
                                        </p:attrNameLst>
                                      </p:cBhvr>
                                      <p:to>
                                        <p:strVal val="hidden"/>
                                      </p:to>
                                    </p:set>
                                  </p:childTnLst>
                                </p:cTn>
                              </p:par>
                              <p:par>
                                <p:cTn id="93" presetID="1" presetClass="entr" presetSubtype="0" fill="hold" grpId="0" nodeType="withEffect">
                                  <p:stCondLst>
                                    <p:cond delay="1668"/>
                                  </p:stCondLst>
                                  <p:childTnLst>
                                    <p:set>
                                      <p:cBhvr>
                                        <p:cTn id="94" dur="1" fill="hold">
                                          <p:stCondLst>
                                            <p:cond delay="0"/>
                                          </p:stCondLst>
                                        </p:cTn>
                                        <p:tgtEl>
                                          <p:spTgt spid="199"/>
                                        </p:tgtEl>
                                        <p:attrNameLst>
                                          <p:attrName>style.visibility</p:attrName>
                                        </p:attrNameLst>
                                      </p:cBhvr>
                                      <p:to>
                                        <p:strVal val="visible"/>
                                      </p:to>
                                    </p:set>
                                    <p:anim calcmode="discrete" valueType="num">
                                      <p:cBhvr additive="base">
                                        <p:cTn id="95" dur="1" fill="hold">
                                          <p:stCondLst>
                                            <p:cond delay="0"/>
                                          </p:stCondLst>
                                        </p:cTn>
                                        <p:tgtEl>
                                          <p:spTgt spid="199"/>
                                        </p:tgtEl>
                                        <p:attrNameLst>
                                          <p:attrName>ppt_x</p:attrName>
                                        </p:attrNameLst>
                                      </p:cBhvr>
                                      <p:tavLst>
                                        <p:tav tm="0">
                                          <p:val>
                                            <p:strVal val="#ppt_x-1"/>
                                          </p:val>
                                        </p:tav>
                                        <p:tav tm="100000">
                                          <p:val>
                                            <p:strVal val="#ppt_x-1"/>
                                          </p:val>
                                        </p:tav>
                                      </p:tavLst>
                                    </p:anim>
                                  </p:childTnLst>
                                </p:cTn>
                              </p:par>
                              <p:par>
                                <p:cTn id="96" presetID="1" presetClass="exit" presetSubtype="0" fill="hold" grpId="1" nodeType="withEffect">
                                  <p:stCondLst>
                                    <p:cond delay="1879"/>
                                  </p:stCondLst>
                                  <p:childTnLst>
                                    <p:set>
                                      <p:cBhvr>
                                        <p:cTn id="97" dur="1" fill="hold">
                                          <p:stCondLst>
                                            <p:cond delay="0"/>
                                          </p:stCondLst>
                                        </p:cTn>
                                        <p:tgtEl>
                                          <p:spTgt spid="199"/>
                                        </p:tgtEl>
                                        <p:attrNameLst>
                                          <p:attrName>style.visibility</p:attrName>
                                        </p:attrNameLst>
                                      </p:cBhvr>
                                      <p:to>
                                        <p:strVal val="hidden"/>
                                      </p:to>
                                    </p:set>
                                  </p:childTnLst>
                                </p:cTn>
                              </p:par>
                              <p:par>
                                <p:cTn id="98" presetID="1" presetClass="entr" presetSubtype="0" fill="hold" grpId="0" nodeType="withEffect">
                                  <p:stCondLst>
                                    <p:cond delay="1879"/>
                                  </p:stCondLst>
                                  <p:childTnLst>
                                    <p:set>
                                      <p:cBhvr>
                                        <p:cTn id="99" dur="1" fill="hold">
                                          <p:stCondLst>
                                            <p:cond delay="0"/>
                                          </p:stCondLst>
                                        </p:cTn>
                                        <p:tgtEl>
                                          <p:spTgt spid="200"/>
                                        </p:tgtEl>
                                        <p:attrNameLst>
                                          <p:attrName>style.visibility</p:attrName>
                                        </p:attrNameLst>
                                      </p:cBhvr>
                                      <p:to>
                                        <p:strVal val="visible"/>
                                      </p:to>
                                    </p:set>
                                    <p:anim calcmode="discrete" valueType="num">
                                      <p:cBhvr additive="base">
                                        <p:cTn id="100" dur="1" fill="hold">
                                          <p:stCondLst>
                                            <p:cond delay="0"/>
                                          </p:stCondLst>
                                        </p:cTn>
                                        <p:tgtEl>
                                          <p:spTgt spid="200"/>
                                        </p:tgtEl>
                                        <p:attrNameLst>
                                          <p:attrName>ppt_x</p:attrName>
                                        </p:attrNameLst>
                                      </p:cBhvr>
                                      <p:tavLst>
                                        <p:tav tm="0">
                                          <p:val>
                                            <p:strVal val="#ppt_x-1"/>
                                          </p:val>
                                        </p:tav>
                                        <p:tav tm="100000">
                                          <p:val>
                                            <p:strVal val="#ppt_x-1"/>
                                          </p:val>
                                        </p:tav>
                                      </p:tavLst>
                                    </p:anim>
                                  </p:childTnLst>
                                </p:cTn>
                              </p:par>
                              <p:par>
                                <p:cTn id="101" presetID="1" presetClass="exit" presetSubtype="0" fill="hold" grpId="1" nodeType="withEffect">
                                  <p:stCondLst>
                                    <p:cond delay="2100"/>
                                  </p:stCondLst>
                                  <p:childTnLst>
                                    <p:set>
                                      <p:cBhvr>
                                        <p:cTn id="102" dur="1" fill="hold">
                                          <p:stCondLst>
                                            <p:cond delay="0"/>
                                          </p:stCondLst>
                                        </p:cTn>
                                        <p:tgtEl>
                                          <p:spTgt spid="200"/>
                                        </p:tgtEl>
                                        <p:attrNameLst>
                                          <p:attrName>style.visibility</p:attrName>
                                        </p:attrNameLst>
                                      </p:cBhvr>
                                      <p:to>
                                        <p:strVal val="hidden"/>
                                      </p:to>
                                    </p:set>
                                  </p:childTnLst>
                                </p:cTn>
                              </p:par>
                              <p:par>
                                <p:cTn id="103" presetID="10" presetClass="entr" presetSubtype="0" fill="hold" grpId="0" nodeType="withEffect">
                                  <p:stCondLst>
                                    <p:cond delay="2100"/>
                                  </p:stCondLst>
                                  <p:childTnLst>
                                    <p:set>
                                      <p:cBhvr>
                                        <p:cTn id="104" dur="1" fill="hold">
                                          <p:stCondLst>
                                            <p:cond delay="0"/>
                                          </p:stCondLst>
                                        </p:cTn>
                                        <p:tgtEl>
                                          <p:spTgt spid="182"/>
                                        </p:tgtEl>
                                        <p:attrNameLst>
                                          <p:attrName>style.visibility</p:attrName>
                                        </p:attrNameLst>
                                      </p:cBhvr>
                                      <p:to>
                                        <p:strVal val="visible"/>
                                      </p:to>
                                    </p:set>
                                    <p:animEffect transition="in" filter="fade">
                                      <p:cBhvr>
                                        <p:cTn id="105" dur="250"/>
                                        <p:tgtEl>
                                          <p:spTgt spid="182"/>
                                        </p:tgtEl>
                                      </p:cBhvr>
                                    </p:animEffect>
                                  </p:childTnLst>
                                </p:cTn>
                              </p:par>
                              <p:par>
                                <p:cTn id="106" presetID="1" presetClass="entr" presetSubtype="0" fill="hold" grpId="0" nodeType="withEffect">
                                  <p:stCondLst>
                                    <p:cond delay="760"/>
                                  </p:stCondLst>
                                  <p:childTnLst>
                                    <p:set>
                                      <p:cBhvr>
                                        <p:cTn id="107" dur="1" fill="hold">
                                          <p:stCondLst>
                                            <p:cond delay="0"/>
                                          </p:stCondLst>
                                        </p:cTn>
                                        <p:tgtEl>
                                          <p:spTgt spid="201"/>
                                        </p:tgtEl>
                                        <p:attrNameLst>
                                          <p:attrName>style.visibility</p:attrName>
                                        </p:attrNameLst>
                                      </p:cBhvr>
                                      <p:to>
                                        <p:strVal val="visible"/>
                                      </p:to>
                                    </p:set>
                                    <p:anim calcmode="discrete" valueType="num">
                                      <p:cBhvr additive="base">
                                        <p:cTn id="108" dur="1" fill="hold">
                                          <p:stCondLst>
                                            <p:cond delay="0"/>
                                          </p:stCondLst>
                                        </p:cTn>
                                        <p:tgtEl>
                                          <p:spTgt spid="201"/>
                                        </p:tgtEl>
                                        <p:attrNameLst>
                                          <p:attrName>ppt_x</p:attrName>
                                        </p:attrNameLst>
                                      </p:cBhvr>
                                      <p:tavLst>
                                        <p:tav tm="0">
                                          <p:val>
                                            <p:strVal val="#ppt_x-1"/>
                                          </p:val>
                                        </p:tav>
                                        <p:tav tm="100000">
                                          <p:val>
                                            <p:strVal val="#ppt_x-1"/>
                                          </p:val>
                                        </p:tav>
                                      </p:tavLst>
                                    </p:anim>
                                  </p:childTnLst>
                                </p:cTn>
                              </p:par>
                              <p:par>
                                <p:cTn id="109" presetID="1" presetClass="exit" presetSubtype="0" fill="hold" grpId="1" nodeType="withEffect">
                                  <p:stCondLst>
                                    <p:cond delay="807"/>
                                  </p:stCondLst>
                                  <p:childTnLst>
                                    <p:set>
                                      <p:cBhvr>
                                        <p:cTn id="110" dur="1" fill="hold">
                                          <p:stCondLst>
                                            <p:cond delay="0"/>
                                          </p:stCondLst>
                                        </p:cTn>
                                        <p:tgtEl>
                                          <p:spTgt spid="201"/>
                                        </p:tgtEl>
                                        <p:attrNameLst>
                                          <p:attrName>style.visibility</p:attrName>
                                        </p:attrNameLst>
                                      </p:cBhvr>
                                      <p:to>
                                        <p:strVal val="hidden"/>
                                      </p:to>
                                    </p:set>
                                  </p:childTnLst>
                                </p:cTn>
                              </p:par>
                              <p:par>
                                <p:cTn id="111" presetID="1" presetClass="entr" presetSubtype="0" fill="hold" grpId="0" nodeType="withEffect">
                                  <p:stCondLst>
                                    <p:cond delay="807"/>
                                  </p:stCondLst>
                                  <p:childTnLst>
                                    <p:set>
                                      <p:cBhvr>
                                        <p:cTn id="112" dur="1" fill="hold">
                                          <p:stCondLst>
                                            <p:cond delay="0"/>
                                          </p:stCondLst>
                                        </p:cTn>
                                        <p:tgtEl>
                                          <p:spTgt spid="202"/>
                                        </p:tgtEl>
                                        <p:attrNameLst>
                                          <p:attrName>style.visibility</p:attrName>
                                        </p:attrNameLst>
                                      </p:cBhvr>
                                      <p:to>
                                        <p:strVal val="visible"/>
                                      </p:to>
                                    </p:set>
                                    <p:anim calcmode="discrete" valueType="num">
                                      <p:cBhvr additive="base">
                                        <p:cTn id="113" dur="1" fill="hold">
                                          <p:stCondLst>
                                            <p:cond delay="0"/>
                                          </p:stCondLst>
                                        </p:cTn>
                                        <p:tgtEl>
                                          <p:spTgt spid="202"/>
                                        </p:tgtEl>
                                        <p:attrNameLst>
                                          <p:attrName>ppt_x</p:attrName>
                                        </p:attrNameLst>
                                      </p:cBhvr>
                                      <p:tavLst>
                                        <p:tav tm="0">
                                          <p:val>
                                            <p:strVal val="#ppt_x-1"/>
                                          </p:val>
                                        </p:tav>
                                        <p:tav tm="100000">
                                          <p:val>
                                            <p:strVal val="#ppt_x-1"/>
                                          </p:val>
                                        </p:tav>
                                      </p:tavLst>
                                    </p:anim>
                                  </p:childTnLst>
                                </p:cTn>
                              </p:par>
                              <p:par>
                                <p:cTn id="114" presetID="1" presetClass="exit" presetSubtype="0" fill="hold" grpId="1" nodeType="withEffect">
                                  <p:stCondLst>
                                    <p:cond delay="879"/>
                                  </p:stCondLst>
                                  <p:childTnLst>
                                    <p:set>
                                      <p:cBhvr>
                                        <p:cTn id="115" dur="1" fill="hold">
                                          <p:stCondLst>
                                            <p:cond delay="0"/>
                                          </p:stCondLst>
                                        </p:cTn>
                                        <p:tgtEl>
                                          <p:spTgt spid="202"/>
                                        </p:tgtEl>
                                        <p:attrNameLst>
                                          <p:attrName>style.visibility</p:attrName>
                                        </p:attrNameLst>
                                      </p:cBhvr>
                                      <p:to>
                                        <p:strVal val="hidden"/>
                                      </p:to>
                                    </p:set>
                                  </p:childTnLst>
                                </p:cTn>
                              </p:par>
                              <p:par>
                                <p:cTn id="116" presetID="1" presetClass="entr" presetSubtype="0" fill="hold" grpId="0" nodeType="withEffect">
                                  <p:stCondLst>
                                    <p:cond delay="879"/>
                                  </p:stCondLst>
                                  <p:childTnLst>
                                    <p:set>
                                      <p:cBhvr>
                                        <p:cTn id="117" dur="1" fill="hold">
                                          <p:stCondLst>
                                            <p:cond delay="0"/>
                                          </p:stCondLst>
                                        </p:cTn>
                                        <p:tgtEl>
                                          <p:spTgt spid="203"/>
                                        </p:tgtEl>
                                        <p:attrNameLst>
                                          <p:attrName>style.visibility</p:attrName>
                                        </p:attrNameLst>
                                      </p:cBhvr>
                                      <p:to>
                                        <p:strVal val="visible"/>
                                      </p:to>
                                    </p:set>
                                    <p:anim calcmode="discrete" valueType="num">
                                      <p:cBhvr additive="base">
                                        <p:cTn id="118" dur="1" fill="hold">
                                          <p:stCondLst>
                                            <p:cond delay="0"/>
                                          </p:stCondLst>
                                        </p:cTn>
                                        <p:tgtEl>
                                          <p:spTgt spid="203"/>
                                        </p:tgtEl>
                                        <p:attrNameLst>
                                          <p:attrName>ppt_x</p:attrName>
                                        </p:attrNameLst>
                                      </p:cBhvr>
                                      <p:tavLst>
                                        <p:tav tm="0">
                                          <p:val>
                                            <p:strVal val="#ppt_x-1"/>
                                          </p:val>
                                        </p:tav>
                                        <p:tav tm="100000">
                                          <p:val>
                                            <p:strVal val="#ppt_x-1"/>
                                          </p:val>
                                        </p:tav>
                                      </p:tavLst>
                                    </p:anim>
                                  </p:childTnLst>
                                </p:cTn>
                              </p:par>
                              <p:par>
                                <p:cTn id="119" presetID="1" presetClass="exit" presetSubtype="0" fill="hold" grpId="1" nodeType="withEffect">
                                  <p:stCondLst>
                                    <p:cond delay="967"/>
                                  </p:stCondLst>
                                  <p:childTnLst>
                                    <p:set>
                                      <p:cBhvr>
                                        <p:cTn id="120" dur="1" fill="hold">
                                          <p:stCondLst>
                                            <p:cond delay="0"/>
                                          </p:stCondLst>
                                        </p:cTn>
                                        <p:tgtEl>
                                          <p:spTgt spid="203"/>
                                        </p:tgtEl>
                                        <p:attrNameLst>
                                          <p:attrName>style.visibility</p:attrName>
                                        </p:attrNameLst>
                                      </p:cBhvr>
                                      <p:to>
                                        <p:strVal val="hidden"/>
                                      </p:to>
                                    </p:set>
                                  </p:childTnLst>
                                </p:cTn>
                              </p:par>
                              <p:par>
                                <p:cTn id="121" presetID="1" presetClass="entr" presetSubtype="0" fill="hold" grpId="0" nodeType="withEffect">
                                  <p:stCondLst>
                                    <p:cond delay="967"/>
                                  </p:stCondLst>
                                  <p:childTnLst>
                                    <p:set>
                                      <p:cBhvr>
                                        <p:cTn id="122" dur="1" fill="hold">
                                          <p:stCondLst>
                                            <p:cond delay="0"/>
                                          </p:stCondLst>
                                        </p:cTn>
                                        <p:tgtEl>
                                          <p:spTgt spid="204"/>
                                        </p:tgtEl>
                                        <p:attrNameLst>
                                          <p:attrName>style.visibility</p:attrName>
                                        </p:attrNameLst>
                                      </p:cBhvr>
                                      <p:to>
                                        <p:strVal val="visible"/>
                                      </p:to>
                                    </p:set>
                                    <p:anim calcmode="discrete" valueType="num">
                                      <p:cBhvr additive="base">
                                        <p:cTn id="123" dur="1" fill="hold">
                                          <p:stCondLst>
                                            <p:cond delay="0"/>
                                          </p:stCondLst>
                                        </p:cTn>
                                        <p:tgtEl>
                                          <p:spTgt spid="204"/>
                                        </p:tgtEl>
                                        <p:attrNameLst>
                                          <p:attrName>ppt_x</p:attrName>
                                        </p:attrNameLst>
                                      </p:cBhvr>
                                      <p:tavLst>
                                        <p:tav tm="0">
                                          <p:val>
                                            <p:strVal val="#ppt_x-1"/>
                                          </p:val>
                                        </p:tav>
                                        <p:tav tm="100000">
                                          <p:val>
                                            <p:strVal val="#ppt_x-1"/>
                                          </p:val>
                                        </p:tav>
                                      </p:tavLst>
                                    </p:anim>
                                  </p:childTnLst>
                                </p:cTn>
                              </p:par>
                              <p:par>
                                <p:cTn id="124" presetID="1" presetClass="exit" presetSubtype="0" fill="hold" grpId="1" nodeType="withEffect">
                                  <p:stCondLst>
                                    <p:cond delay="1065"/>
                                  </p:stCondLst>
                                  <p:childTnLst>
                                    <p:set>
                                      <p:cBhvr>
                                        <p:cTn id="125" dur="1" fill="hold">
                                          <p:stCondLst>
                                            <p:cond delay="0"/>
                                          </p:stCondLst>
                                        </p:cTn>
                                        <p:tgtEl>
                                          <p:spTgt spid="204"/>
                                        </p:tgtEl>
                                        <p:attrNameLst>
                                          <p:attrName>style.visibility</p:attrName>
                                        </p:attrNameLst>
                                      </p:cBhvr>
                                      <p:to>
                                        <p:strVal val="hidden"/>
                                      </p:to>
                                    </p:set>
                                  </p:childTnLst>
                                </p:cTn>
                              </p:par>
                              <p:par>
                                <p:cTn id="126" presetID="1" presetClass="entr" presetSubtype="0" fill="hold" grpId="0" nodeType="withEffect">
                                  <p:stCondLst>
                                    <p:cond delay="1065"/>
                                  </p:stCondLst>
                                  <p:childTnLst>
                                    <p:set>
                                      <p:cBhvr>
                                        <p:cTn id="127" dur="1" fill="hold">
                                          <p:stCondLst>
                                            <p:cond delay="0"/>
                                          </p:stCondLst>
                                        </p:cTn>
                                        <p:tgtEl>
                                          <p:spTgt spid="205"/>
                                        </p:tgtEl>
                                        <p:attrNameLst>
                                          <p:attrName>style.visibility</p:attrName>
                                        </p:attrNameLst>
                                      </p:cBhvr>
                                      <p:to>
                                        <p:strVal val="visible"/>
                                      </p:to>
                                    </p:set>
                                    <p:anim calcmode="discrete" valueType="num">
                                      <p:cBhvr additive="base">
                                        <p:cTn id="128" dur="1" fill="hold">
                                          <p:stCondLst>
                                            <p:cond delay="0"/>
                                          </p:stCondLst>
                                        </p:cTn>
                                        <p:tgtEl>
                                          <p:spTgt spid="205"/>
                                        </p:tgtEl>
                                        <p:attrNameLst>
                                          <p:attrName>ppt_x</p:attrName>
                                        </p:attrNameLst>
                                      </p:cBhvr>
                                      <p:tavLst>
                                        <p:tav tm="0">
                                          <p:val>
                                            <p:strVal val="#ppt_x-1"/>
                                          </p:val>
                                        </p:tav>
                                        <p:tav tm="100000">
                                          <p:val>
                                            <p:strVal val="#ppt_x-1"/>
                                          </p:val>
                                        </p:tav>
                                      </p:tavLst>
                                    </p:anim>
                                  </p:childTnLst>
                                </p:cTn>
                              </p:par>
                              <p:par>
                                <p:cTn id="129" presetID="1" presetClass="exit" presetSubtype="0" fill="hold" grpId="1" nodeType="withEffect">
                                  <p:stCondLst>
                                    <p:cond delay="1172"/>
                                  </p:stCondLst>
                                  <p:childTnLst>
                                    <p:set>
                                      <p:cBhvr>
                                        <p:cTn id="130" dur="1" fill="hold">
                                          <p:stCondLst>
                                            <p:cond delay="0"/>
                                          </p:stCondLst>
                                        </p:cTn>
                                        <p:tgtEl>
                                          <p:spTgt spid="205"/>
                                        </p:tgtEl>
                                        <p:attrNameLst>
                                          <p:attrName>style.visibility</p:attrName>
                                        </p:attrNameLst>
                                      </p:cBhvr>
                                      <p:to>
                                        <p:strVal val="hidden"/>
                                      </p:to>
                                    </p:set>
                                  </p:childTnLst>
                                </p:cTn>
                              </p:par>
                              <p:par>
                                <p:cTn id="131" presetID="1" presetClass="entr" presetSubtype="0" fill="hold" grpId="0" nodeType="withEffect">
                                  <p:stCondLst>
                                    <p:cond delay="1172"/>
                                  </p:stCondLst>
                                  <p:childTnLst>
                                    <p:set>
                                      <p:cBhvr>
                                        <p:cTn id="132" dur="1" fill="hold">
                                          <p:stCondLst>
                                            <p:cond delay="0"/>
                                          </p:stCondLst>
                                        </p:cTn>
                                        <p:tgtEl>
                                          <p:spTgt spid="206"/>
                                        </p:tgtEl>
                                        <p:attrNameLst>
                                          <p:attrName>style.visibility</p:attrName>
                                        </p:attrNameLst>
                                      </p:cBhvr>
                                      <p:to>
                                        <p:strVal val="visible"/>
                                      </p:to>
                                    </p:set>
                                    <p:anim calcmode="discrete" valueType="num">
                                      <p:cBhvr additive="base">
                                        <p:cTn id="133" dur="1" fill="hold">
                                          <p:stCondLst>
                                            <p:cond delay="0"/>
                                          </p:stCondLst>
                                        </p:cTn>
                                        <p:tgtEl>
                                          <p:spTgt spid="206"/>
                                        </p:tgtEl>
                                        <p:attrNameLst>
                                          <p:attrName>ppt_x</p:attrName>
                                        </p:attrNameLst>
                                      </p:cBhvr>
                                      <p:tavLst>
                                        <p:tav tm="0">
                                          <p:val>
                                            <p:strVal val="#ppt_x-1"/>
                                          </p:val>
                                        </p:tav>
                                        <p:tav tm="100000">
                                          <p:val>
                                            <p:strVal val="#ppt_x-1"/>
                                          </p:val>
                                        </p:tav>
                                      </p:tavLst>
                                    </p:anim>
                                  </p:childTnLst>
                                </p:cTn>
                              </p:par>
                              <p:par>
                                <p:cTn id="134" presetID="1" presetClass="exit" presetSubtype="0" fill="hold" grpId="1" nodeType="withEffect">
                                  <p:stCondLst>
                                    <p:cond delay="1288"/>
                                  </p:stCondLst>
                                  <p:childTnLst>
                                    <p:set>
                                      <p:cBhvr>
                                        <p:cTn id="135" dur="1" fill="hold">
                                          <p:stCondLst>
                                            <p:cond delay="0"/>
                                          </p:stCondLst>
                                        </p:cTn>
                                        <p:tgtEl>
                                          <p:spTgt spid="206"/>
                                        </p:tgtEl>
                                        <p:attrNameLst>
                                          <p:attrName>style.visibility</p:attrName>
                                        </p:attrNameLst>
                                      </p:cBhvr>
                                      <p:to>
                                        <p:strVal val="hidden"/>
                                      </p:to>
                                    </p:set>
                                  </p:childTnLst>
                                </p:cTn>
                              </p:par>
                              <p:par>
                                <p:cTn id="136" presetID="1" presetClass="entr" presetSubtype="0" fill="hold" grpId="0" nodeType="withEffect">
                                  <p:stCondLst>
                                    <p:cond delay="1288"/>
                                  </p:stCondLst>
                                  <p:childTnLst>
                                    <p:set>
                                      <p:cBhvr>
                                        <p:cTn id="137" dur="1" fill="hold">
                                          <p:stCondLst>
                                            <p:cond delay="0"/>
                                          </p:stCondLst>
                                        </p:cTn>
                                        <p:tgtEl>
                                          <p:spTgt spid="207"/>
                                        </p:tgtEl>
                                        <p:attrNameLst>
                                          <p:attrName>style.visibility</p:attrName>
                                        </p:attrNameLst>
                                      </p:cBhvr>
                                      <p:to>
                                        <p:strVal val="visible"/>
                                      </p:to>
                                    </p:set>
                                    <p:anim calcmode="discrete" valueType="num">
                                      <p:cBhvr additive="base">
                                        <p:cTn id="138" dur="1" fill="hold">
                                          <p:stCondLst>
                                            <p:cond delay="0"/>
                                          </p:stCondLst>
                                        </p:cTn>
                                        <p:tgtEl>
                                          <p:spTgt spid="207"/>
                                        </p:tgtEl>
                                        <p:attrNameLst>
                                          <p:attrName>ppt_x</p:attrName>
                                        </p:attrNameLst>
                                      </p:cBhvr>
                                      <p:tavLst>
                                        <p:tav tm="0">
                                          <p:val>
                                            <p:strVal val="#ppt_x-1"/>
                                          </p:val>
                                        </p:tav>
                                        <p:tav tm="100000">
                                          <p:val>
                                            <p:strVal val="#ppt_x-1"/>
                                          </p:val>
                                        </p:tav>
                                      </p:tavLst>
                                    </p:anim>
                                  </p:childTnLst>
                                </p:cTn>
                              </p:par>
                              <p:par>
                                <p:cTn id="139" presetID="1" presetClass="exit" presetSubtype="0" fill="hold" grpId="1" nodeType="withEffect">
                                  <p:stCondLst>
                                    <p:cond delay="1410"/>
                                  </p:stCondLst>
                                  <p:childTnLst>
                                    <p:set>
                                      <p:cBhvr>
                                        <p:cTn id="140" dur="1" fill="hold">
                                          <p:stCondLst>
                                            <p:cond delay="0"/>
                                          </p:stCondLst>
                                        </p:cTn>
                                        <p:tgtEl>
                                          <p:spTgt spid="207"/>
                                        </p:tgtEl>
                                        <p:attrNameLst>
                                          <p:attrName>style.visibility</p:attrName>
                                        </p:attrNameLst>
                                      </p:cBhvr>
                                      <p:to>
                                        <p:strVal val="hidden"/>
                                      </p:to>
                                    </p:set>
                                  </p:childTnLst>
                                </p:cTn>
                              </p:par>
                              <p:par>
                                <p:cTn id="141" presetID="1" presetClass="entr" presetSubtype="0" fill="hold" grpId="0" nodeType="withEffect">
                                  <p:stCondLst>
                                    <p:cond delay="1410"/>
                                  </p:stCondLst>
                                  <p:childTnLst>
                                    <p:set>
                                      <p:cBhvr>
                                        <p:cTn id="142" dur="1" fill="hold">
                                          <p:stCondLst>
                                            <p:cond delay="0"/>
                                          </p:stCondLst>
                                        </p:cTn>
                                        <p:tgtEl>
                                          <p:spTgt spid="208"/>
                                        </p:tgtEl>
                                        <p:attrNameLst>
                                          <p:attrName>style.visibility</p:attrName>
                                        </p:attrNameLst>
                                      </p:cBhvr>
                                      <p:to>
                                        <p:strVal val="visible"/>
                                      </p:to>
                                    </p:set>
                                    <p:anim calcmode="discrete" valueType="num">
                                      <p:cBhvr additive="base">
                                        <p:cTn id="143" dur="1" fill="hold">
                                          <p:stCondLst>
                                            <p:cond delay="0"/>
                                          </p:stCondLst>
                                        </p:cTn>
                                        <p:tgtEl>
                                          <p:spTgt spid="208"/>
                                        </p:tgtEl>
                                        <p:attrNameLst>
                                          <p:attrName>ppt_x</p:attrName>
                                        </p:attrNameLst>
                                      </p:cBhvr>
                                      <p:tavLst>
                                        <p:tav tm="0">
                                          <p:val>
                                            <p:strVal val="#ppt_x-1"/>
                                          </p:val>
                                        </p:tav>
                                        <p:tav tm="100000">
                                          <p:val>
                                            <p:strVal val="#ppt_x-1"/>
                                          </p:val>
                                        </p:tav>
                                      </p:tavLst>
                                    </p:anim>
                                  </p:childTnLst>
                                </p:cTn>
                              </p:par>
                              <p:par>
                                <p:cTn id="144" presetID="1" presetClass="exit" presetSubtype="0" fill="hold" grpId="1" nodeType="withEffect">
                                  <p:stCondLst>
                                    <p:cond delay="1538"/>
                                  </p:stCondLst>
                                  <p:childTnLst>
                                    <p:set>
                                      <p:cBhvr>
                                        <p:cTn id="145" dur="1" fill="hold">
                                          <p:stCondLst>
                                            <p:cond delay="0"/>
                                          </p:stCondLst>
                                        </p:cTn>
                                        <p:tgtEl>
                                          <p:spTgt spid="208"/>
                                        </p:tgtEl>
                                        <p:attrNameLst>
                                          <p:attrName>style.visibility</p:attrName>
                                        </p:attrNameLst>
                                      </p:cBhvr>
                                      <p:to>
                                        <p:strVal val="hidden"/>
                                      </p:to>
                                    </p:set>
                                  </p:childTnLst>
                                </p:cTn>
                              </p:par>
                              <p:par>
                                <p:cTn id="146" presetID="1" presetClass="entr" presetSubtype="0" fill="hold" grpId="0" nodeType="withEffect">
                                  <p:stCondLst>
                                    <p:cond delay="1538"/>
                                  </p:stCondLst>
                                  <p:childTnLst>
                                    <p:set>
                                      <p:cBhvr>
                                        <p:cTn id="147" dur="1" fill="hold">
                                          <p:stCondLst>
                                            <p:cond delay="0"/>
                                          </p:stCondLst>
                                        </p:cTn>
                                        <p:tgtEl>
                                          <p:spTgt spid="209"/>
                                        </p:tgtEl>
                                        <p:attrNameLst>
                                          <p:attrName>style.visibility</p:attrName>
                                        </p:attrNameLst>
                                      </p:cBhvr>
                                      <p:to>
                                        <p:strVal val="visible"/>
                                      </p:to>
                                    </p:set>
                                    <p:anim calcmode="discrete" valueType="num">
                                      <p:cBhvr additive="base">
                                        <p:cTn id="148" dur="1" fill="hold">
                                          <p:stCondLst>
                                            <p:cond delay="0"/>
                                          </p:stCondLst>
                                        </p:cTn>
                                        <p:tgtEl>
                                          <p:spTgt spid="209"/>
                                        </p:tgtEl>
                                        <p:attrNameLst>
                                          <p:attrName>ppt_x</p:attrName>
                                        </p:attrNameLst>
                                      </p:cBhvr>
                                      <p:tavLst>
                                        <p:tav tm="0">
                                          <p:val>
                                            <p:strVal val="#ppt_x-1"/>
                                          </p:val>
                                        </p:tav>
                                        <p:tav tm="100000">
                                          <p:val>
                                            <p:strVal val="#ppt_x-1"/>
                                          </p:val>
                                        </p:tav>
                                      </p:tavLst>
                                    </p:anim>
                                  </p:childTnLst>
                                </p:cTn>
                              </p:par>
                              <p:par>
                                <p:cTn id="149" presetID="1" presetClass="exit" presetSubtype="0" fill="hold" grpId="1" nodeType="withEffect">
                                  <p:stCondLst>
                                    <p:cond delay="1673"/>
                                  </p:stCondLst>
                                  <p:childTnLst>
                                    <p:set>
                                      <p:cBhvr>
                                        <p:cTn id="150" dur="1" fill="hold">
                                          <p:stCondLst>
                                            <p:cond delay="0"/>
                                          </p:stCondLst>
                                        </p:cTn>
                                        <p:tgtEl>
                                          <p:spTgt spid="209"/>
                                        </p:tgtEl>
                                        <p:attrNameLst>
                                          <p:attrName>style.visibility</p:attrName>
                                        </p:attrNameLst>
                                      </p:cBhvr>
                                      <p:to>
                                        <p:strVal val="hidden"/>
                                      </p:to>
                                    </p:set>
                                  </p:childTnLst>
                                </p:cTn>
                              </p:par>
                              <p:par>
                                <p:cTn id="151" presetID="1" presetClass="entr" presetSubtype="0" fill="hold" grpId="0" nodeType="withEffect">
                                  <p:stCondLst>
                                    <p:cond delay="1673"/>
                                  </p:stCondLst>
                                  <p:childTnLst>
                                    <p:set>
                                      <p:cBhvr>
                                        <p:cTn id="152" dur="1" fill="hold">
                                          <p:stCondLst>
                                            <p:cond delay="0"/>
                                          </p:stCondLst>
                                        </p:cTn>
                                        <p:tgtEl>
                                          <p:spTgt spid="210"/>
                                        </p:tgtEl>
                                        <p:attrNameLst>
                                          <p:attrName>style.visibility</p:attrName>
                                        </p:attrNameLst>
                                      </p:cBhvr>
                                      <p:to>
                                        <p:strVal val="visible"/>
                                      </p:to>
                                    </p:set>
                                    <p:anim calcmode="discrete" valueType="num">
                                      <p:cBhvr additive="base">
                                        <p:cTn id="153" dur="1" fill="hold">
                                          <p:stCondLst>
                                            <p:cond delay="0"/>
                                          </p:stCondLst>
                                        </p:cTn>
                                        <p:tgtEl>
                                          <p:spTgt spid="210"/>
                                        </p:tgtEl>
                                        <p:attrNameLst>
                                          <p:attrName>ppt_x</p:attrName>
                                        </p:attrNameLst>
                                      </p:cBhvr>
                                      <p:tavLst>
                                        <p:tav tm="0">
                                          <p:val>
                                            <p:strVal val="#ppt_x-1"/>
                                          </p:val>
                                        </p:tav>
                                        <p:tav tm="100000">
                                          <p:val>
                                            <p:strVal val="#ppt_x-1"/>
                                          </p:val>
                                        </p:tav>
                                      </p:tavLst>
                                    </p:anim>
                                  </p:childTnLst>
                                </p:cTn>
                              </p:par>
                              <p:par>
                                <p:cTn id="154" presetID="1" presetClass="exit" presetSubtype="0" fill="hold" grpId="1" nodeType="withEffect">
                                  <p:stCondLst>
                                    <p:cond delay="1812"/>
                                  </p:stCondLst>
                                  <p:childTnLst>
                                    <p:set>
                                      <p:cBhvr>
                                        <p:cTn id="155" dur="1" fill="hold">
                                          <p:stCondLst>
                                            <p:cond delay="0"/>
                                          </p:stCondLst>
                                        </p:cTn>
                                        <p:tgtEl>
                                          <p:spTgt spid="210"/>
                                        </p:tgtEl>
                                        <p:attrNameLst>
                                          <p:attrName>style.visibility</p:attrName>
                                        </p:attrNameLst>
                                      </p:cBhvr>
                                      <p:to>
                                        <p:strVal val="hidden"/>
                                      </p:to>
                                    </p:set>
                                  </p:childTnLst>
                                </p:cTn>
                              </p:par>
                              <p:par>
                                <p:cTn id="156" presetID="1" presetClass="entr" presetSubtype="0" fill="hold" grpId="0" nodeType="withEffect">
                                  <p:stCondLst>
                                    <p:cond delay="1812"/>
                                  </p:stCondLst>
                                  <p:childTnLst>
                                    <p:set>
                                      <p:cBhvr>
                                        <p:cTn id="157" dur="1" fill="hold">
                                          <p:stCondLst>
                                            <p:cond delay="0"/>
                                          </p:stCondLst>
                                        </p:cTn>
                                        <p:tgtEl>
                                          <p:spTgt spid="211"/>
                                        </p:tgtEl>
                                        <p:attrNameLst>
                                          <p:attrName>style.visibility</p:attrName>
                                        </p:attrNameLst>
                                      </p:cBhvr>
                                      <p:to>
                                        <p:strVal val="visible"/>
                                      </p:to>
                                    </p:set>
                                    <p:anim calcmode="discrete" valueType="num">
                                      <p:cBhvr additive="base">
                                        <p:cTn id="158" dur="1" fill="hold">
                                          <p:stCondLst>
                                            <p:cond delay="0"/>
                                          </p:stCondLst>
                                        </p:cTn>
                                        <p:tgtEl>
                                          <p:spTgt spid="211"/>
                                        </p:tgtEl>
                                        <p:attrNameLst>
                                          <p:attrName>ppt_x</p:attrName>
                                        </p:attrNameLst>
                                      </p:cBhvr>
                                      <p:tavLst>
                                        <p:tav tm="0">
                                          <p:val>
                                            <p:strVal val="#ppt_x-1"/>
                                          </p:val>
                                        </p:tav>
                                        <p:tav tm="100000">
                                          <p:val>
                                            <p:strVal val="#ppt_x-1"/>
                                          </p:val>
                                        </p:tav>
                                      </p:tavLst>
                                    </p:anim>
                                  </p:childTnLst>
                                </p:cTn>
                              </p:par>
                              <p:par>
                                <p:cTn id="159" presetID="1" presetClass="exit" presetSubtype="0" fill="hold" grpId="1" nodeType="withEffect">
                                  <p:stCondLst>
                                    <p:cond delay="1957"/>
                                  </p:stCondLst>
                                  <p:childTnLst>
                                    <p:set>
                                      <p:cBhvr>
                                        <p:cTn id="160" dur="1" fill="hold">
                                          <p:stCondLst>
                                            <p:cond delay="0"/>
                                          </p:stCondLst>
                                        </p:cTn>
                                        <p:tgtEl>
                                          <p:spTgt spid="211"/>
                                        </p:tgtEl>
                                        <p:attrNameLst>
                                          <p:attrName>style.visibility</p:attrName>
                                        </p:attrNameLst>
                                      </p:cBhvr>
                                      <p:to>
                                        <p:strVal val="hidden"/>
                                      </p:to>
                                    </p:set>
                                  </p:childTnLst>
                                </p:cTn>
                              </p:par>
                              <p:par>
                                <p:cTn id="161" presetID="1" presetClass="entr" presetSubtype="0" fill="hold" grpId="0" nodeType="withEffect">
                                  <p:stCondLst>
                                    <p:cond delay="1957"/>
                                  </p:stCondLst>
                                  <p:childTnLst>
                                    <p:set>
                                      <p:cBhvr>
                                        <p:cTn id="162" dur="1" fill="hold">
                                          <p:stCondLst>
                                            <p:cond delay="0"/>
                                          </p:stCondLst>
                                        </p:cTn>
                                        <p:tgtEl>
                                          <p:spTgt spid="212"/>
                                        </p:tgtEl>
                                        <p:attrNameLst>
                                          <p:attrName>style.visibility</p:attrName>
                                        </p:attrNameLst>
                                      </p:cBhvr>
                                      <p:to>
                                        <p:strVal val="visible"/>
                                      </p:to>
                                    </p:set>
                                    <p:anim calcmode="discrete" valueType="num">
                                      <p:cBhvr additive="base">
                                        <p:cTn id="163" dur="1" fill="hold">
                                          <p:stCondLst>
                                            <p:cond delay="0"/>
                                          </p:stCondLst>
                                        </p:cTn>
                                        <p:tgtEl>
                                          <p:spTgt spid="212"/>
                                        </p:tgtEl>
                                        <p:attrNameLst>
                                          <p:attrName>ppt_x</p:attrName>
                                        </p:attrNameLst>
                                      </p:cBhvr>
                                      <p:tavLst>
                                        <p:tav tm="0">
                                          <p:val>
                                            <p:strVal val="#ppt_x-1"/>
                                          </p:val>
                                        </p:tav>
                                        <p:tav tm="100000">
                                          <p:val>
                                            <p:strVal val="#ppt_x-1"/>
                                          </p:val>
                                        </p:tav>
                                      </p:tavLst>
                                    </p:anim>
                                  </p:childTnLst>
                                </p:cTn>
                              </p:par>
                              <p:par>
                                <p:cTn id="164" presetID="1" presetClass="exit" presetSubtype="0" fill="hold" grpId="1" nodeType="withEffect">
                                  <p:stCondLst>
                                    <p:cond delay="2106"/>
                                  </p:stCondLst>
                                  <p:childTnLst>
                                    <p:set>
                                      <p:cBhvr>
                                        <p:cTn id="165" dur="1" fill="hold">
                                          <p:stCondLst>
                                            <p:cond delay="0"/>
                                          </p:stCondLst>
                                        </p:cTn>
                                        <p:tgtEl>
                                          <p:spTgt spid="212"/>
                                        </p:tgtEl>
                                        <p:attrNameLst>
                                          <p:attrName>style.visibility</p:attrName>
                                        </p:attrNameLst>
                                      </p:cBhvr>
                                      <p:to>
                                        <p:strVal val="hidden"/>
                                      </p:to>
                                    </p:set>
                                  </p:childTnLst>
                                </p:cTn>
                              </p:par>
                              <p:par>
                                <p:cTn id="166" presetID="1" presetClass="entr" presetSubtype="0" fill="hold" grpId="0" nodeType="withEffect">
                                  <p:stCondLst>
                                    <p:cond delay="2106"/>
                                  </p:stCondLst>
                                  <p:childTnLst>
                                    <p:set>
                                      <p:cBhvr>
                                        <p:cTn id="167" dur="1" fill="hold">
                                          <p:stCondLst>
                                            <p:cond delay="0"/>
                                          </p:stCondLst>
                                        </p:cTn>
                                        <p:tgtEl>
                                          <p:spTgt spid="213"/>
                                        </p:tgtEl>
                                        <p:attrNameLst>
                                          <p:attrName>style.visibility</p:attrName>
                                        </p:attrNameLst>
                                      </p:cBhvr>
                                      <p:to>
                                        <p:strVal val="visible"/>
                                      </p:to>
                                    </p:set>
                                    <p:anim calcmode="discrete" valueType="num">
                                      <p:cBhvr additive="base">
                                        <p:cTn id="168" dur="1" fill="hold">
                                          <p:stCondLst>
                                            <p:cond delay="0"/>
                                          </p:stCondLst>
                                        </p:cTn>
                                        <p:tgtEl>
                                          <p:spTgt spid="213"/>
                                        </p:tgtEl>
                                        <p:attrNameLst>
                                          <p:attrName>ppt_x</p:attrName>
                                        </p:attrNameLst>
                                      </p:cBhvr>
                                      <p:tavLst>
                                        <p:tav tm="0">
                                          <p:val>
                                            <p:strVal val="#ppt_x-1"/>
                                          </p:val>
                                        </p:tav>
                                        <p:tav tm="100000">
                                          <p:val>
                                            <p:strVal val="#ppt_x-1"/>
                                          </p:val>
                                        </p:tav>
                                      </p:tavLst>
                                    </p:anim>
                                  </p:childTnLst>
                                </p:cTn>
                              </p:par>
                              <p:par>
                                <p:cTn id="169" presetID="1" presetClass="exit" presetSubtype="0" fill="hold" grpId="1" nodeType="withEffect">
                                  <p:stCondLst>
                                    <p:cond delay="2260"/>
                                  </p:stCondLst>
                                  <p:childTnLst>
                                    <p:set>
                                      <p:cBhvr>
                                        <p:cTn id="170" dur="1" fill="hold">
                                          <p:stCondLst>
                                            <p:cond delay="0"/>
                                          </p:stCondLst>
                                        </p:cTn>
                                        <p:tgtEl>
                                          <p:spTgt spid="213"/>
                                        </p:tgtEl>
                                        <p:attrNameLst>
                                          <p:attrName>style.visibility</p:attrName>
                                        </p:attrNameLst>
                                      </p:cBhvr>
                                      <p:to>
                                        <p:strVal val="hidden"/>
                                      </p:to>
                                    </p:set>
                                  </p:childTnLst>
                                </p:cTn>
                              </p:par>
                              <p:par>
                                <p:cTn id="171" presetID="10" presetClass="entr" presetSubtype="0" fill="hold" grpId="0" nodeType="withEffect">
                                  <p:stCondLst>
                                    <p:cond delay="2260"/>
                                  </p:stCondLst>
                                  <p:childTnLst>
                                    <p:set>
                                      <p:cBhvr>
                                        <p:cTn id="172" dur="1" fill="hold">
                                          <p:stCondLst>
                                            <p:cond delay="0"/>
                                          </p:stCondLst>
                                        </p:cTn>
                                        <p:tgtEl>
                                          <p:spTgt spid="186"/>
                                        </p:tgtEl>
                                        <p:attrNameLst>
                                          <p:attrName>style.visibility</p:attrName>
                                        </p:attrNameLst>
                                      </p:cBhvr>
                                      <p:to>
                                        <p:strVal val="visible"/>
                                      </p:to>
                                    </p:set>
                                    <p:animEffect transition="in" filter="fade">
                                      <p:cBhvr>
                                        <p:cTn id="173" dur="250"/>
                                        <p:tgtEl>
                                          <p:spTgt spid="186"/>
                                        </p:tgtEl>
                                      </p:cBhvr>
                                    </p:animEffect>
                                  </p:childTnLst>
                                </p:cTn>
                              </p:par>
                              <p:par>
                                <p:cTn id="174" presetID="1" presetClass="entr" presetSubtype="0" fill="hold" grpId="0" nodeType="withEffect">
                                  <p:stCondLst>
                                    <p:cond delay="920"/>
                                  </p:stCondLst>
                                  <p:childTnLst>
                                    <p:set>
                                      <p:cBhvr>
                                        <p:cTn id="175" dur="1" fill="hold">
                                          <p:stCondLst>
                                            <p:cond delay="0"/>
                                          </p:stCondLst>
                                        </p:cTn>
                                        <p:tgtEl>
                                          <p:spTgt spid="214"/>
                                        </p:tgtEl>
                                        <p:attrNameLst>
                                          <p:attrName>style.visibility</p:attrName>
                                        </p:attrNameLst>
                                      </p:cBhvr>
                                      <p:to>
                                        <p:strVal val="visible"/>
                                      </p:to>
                                    </p:set>
                                    <p:anim calcmode="discrete" valueType="num">
                                      <p:cBhvr additive="base">
                                        <p:cTn id="176" dur="1" fill="hold">
                                          <p:stCondLst>
                                            <p:cond delay="0"/>
                                          </p:stCondLst>
                                        </p:cTn>
                                        <p:tgtEl>
                                          <p:spTgt spid="214"/>
                                        </p:tgtEl>
                                        <p:attrNameLst>
                                          <p:attrName>ppt_x</p:attrName>
                                        </p:attrNameLst>
                                      </p:cBhvr>
                                      <p:tavLst>
                                        <p:tav tm="0">
                                          <p:val>
                                            <p:strVal val="#ppt_x-1"/>
                                          </p:val>
                                        </p:tav>
                                        <p:tav tm="100000">
                                          <p:val>
                                            <p:strVal val="#ppt_x-1"/>
                                          </p:val>
                                        </p:tav>
                                      </p:tavLst>
                                    </p:anim>
                                  </p:childTnLst>
                                </p:cTn>
                              </p:par>
                              <p:par>
                                <p:cTn id="177" presetID="1" presetClass="exit" presetSubtype="0" fill="hold" grpId="1" nodeType="withEffect">
                                  <p:stCondLst>
                                    <p:cond delay="967"/>
                                  </p:stCondLst>
                                  <p:childTnLst>
                                    <p:set>
                                      <p:cBhvr>
                                        <p:cTn id="178" dur="1" fill="hold">
                                          <p:stCondLst>
                                            <p:cond delay="0"/>
                                          </p:stCondLst>
                                        </p:cTn>
                                        <p:tgtEl>
                                          <p:spTgt spid="214"/>
                                        </p:tgtEl>
                                        <p:attrNameLst>
                                          <p:attrName>style.visibility</p:attrName>
                                        </p:attrNameLst>
                                      </p:cBhvr>
                                      <p:to>
                                        <p:strVal val="hidden"/>
                                      </p:to>
                                    </p:set>
                                  </p:childTnLst>
                                </p:cTn>
                              </p:par>
                              <p:par>
                                <p:cTn id="179" presetID="1" presetClass="entr" presetSubtype="0" fill="hold" grpId="0" nodeType="withEffect">
                                  <p:stCondLst>
                                    <p:cond delay="967"/>
                                  </p:stCondLst>
                                  <p:childTnLst>
                                    <p:set>
                                      <p:cBhvr>
                                        <p:cTn id="180" dur="1" fill="hold">
                                          <p:stCondLst>
                                            <p:cond delay="0"/>
                                          </p:stCondLst>
                                        </p:cTn>
                                        <p:tgtEl>
                                          <p:spTgt spid="215"/>
                                        </p:tgtEl>
                                        <p:attrNameLst>
                                          <p:attrName>style.visibility</p:attrName>
                                        </p:attrNameLst>
                                      </p:cBhvr>
                                      <p:to>
                                        <p:strVal val="visible"/>
                                      </p:to>
                                    </p:set>
                                    <p:anim calcmode="discrete" valueType="num">
                                      <p:cBhvr additive="base">
                                        <p:cTn id="181" dur="1" fill="hold">
                                          <p:stCondLst>
                                            <p:cond delay="0"/>
                                          </p:stCondLst>
                                        </p:cTn>
                                        <p:tgtEl>
                                          <p:spTgt spid="215"/>
                                        </p:tgtEl>
                                        <p:attrNameLst>
                                          <p:attrName>ppt_x</p:attrName>
                                        </p:attrNameLst>
                                      </p:cBhvr>
                                      <p:tavLst>
                                        <p:tav tm="0">
                                          <p:val>
                                            <p:strVal val="#ppt_x-1"/>
                                          </p:val>
                                        </p:tav>
                                        <p:tav tm="100000">
                                          <p:val>
                                            <p:strVal val="#ppt_x-1"/>
                                          </p:val>
                                        </p:tav>
                                      </p:tavLst>
                                    </p:anim>
                                  </p:childTnLst>
                                </p:cTn>
                              </p:par>
                              <p:par>
                                <p:cTn id="182" presetID="1" presetClass="exit" presetSubtype="0" fill="hold" grpId="1" nodeType="withEffect">
                                  <p:stCondLst>
                                    <p:cond delay="1039"/>
                                  </p:stCondLst>
                                  <p:childTnLst>
                                    <p:set>
                                      <p:cBhvr>
                                        <p:cTn id="183" dur="1" fill="hold">
                                          <p:stCondLst>
                                            <p:cond delay="0"/>
                                          </p:stCondLst>
                                        </p:cTn>
                                        <p:tgtEl>
                                          <p:spTgt spid="215"/>
                                        </p:tgtEl>
                                        <p:attrNameLst>
                                          <p:attrName>style.visibility</p:attrName>
                                        </p:attrNameLst>
                                      </p:cBhvr>
                                      <p:to>
                                        <p:strVal val="hidden"/>
                                      </p:to>
                                    </p:set>
                                  </p:childTnLst>
                                </p:cTn>
                              </p:par>
                              <p:par>
                                <p:cTn id="184" presetID="1" presetClass="entr" presetSubtype="0" fill="hold" grpId="0" nodeType="withEffect">
                                  <p:stCondLst>
                                    <p:cond delay="1039"/>
                                  </p:stCondLst>
                                  <p:childTnLst>
                                    <p:set>
                                      <p:cBhvr>
                                        <p:cTn id="185" dur="1" fill="hold">
                                          <p:stCondLst>
                                            <p:cond delay="0"/>
                                          </p:stCondLst>
                                        </p:cTn>
                                        <p:tgtEl>
                                          <p:spTgt spid="216"/>
                                        </p:tgtEl>
                                        <p:attrNameLst>
                                          <p:attrName>style.visibility</p:attrName>
                                        </p:attrNameLst>
                                      </p:cBhvr>
                                      <p:to>
                                        <p:strVal val="visible"/>
                                      </p:to>
                                    </p:set>
                                    <p:anim calcmode="discrete" valueType="num">
                                      <p:cBhvr additive="base">
                                        <p:cTn id="186" dur="1" fill="hold">
                                          <p:stCondLst>
                                            <p:cond delay="0"/>
                                          </p:stCondLst>
                                        </p:cTn>
                                        <p:tgtEl>
                                          <p:spTgt spid="216"/>
                                        </p:tgtEl>
                                        <p:attrNameLst>
                                          <p:attrName>ppt_x</p:attrName>
                                        </p:attrNameLst>
                                      </p:cBhvr>
                                      <p:tavLst>
                                        <p:tav tm="0">
                                          <p:val>
                                            <p:strVal val="#ppt_x-1"/>
                                          </p:val>
                                        </p:tav>
                                        <p:tav tm="100000">
                                          <p:val>
                                            <p:strVal val="#ppt_x-1"/>
                                          </p:val>
                                        </p:tav>
                                      </p:tavLst>
                                    </p:anim>
                                  </p:childTnLst>
                                </p:cTn>
                              </p:par>
                              <p:par>
                                <p:cTn id="187" presetID="1" presetClass="exit" presetSubtype="0" fill="hold" grpId="1" nodeType="withEffect">
                                  <p:stCondLst>
                                    <p:cond delay="1127"/>
                                  </p:stCondLst>
                                  <p:childTnLst>
                                    <p:set>
                                      <p:cBhvr>
                                        <p:cTn id="188" dur="1" fill="hold">
                                          <p:stCondLst>
                                            <p:cond delay="0"/>
                                          </p:stCondLst>
                                        </p:cTn>
                                        <p:tgtEl>
                                          <p:spTgt spid="216"/>
                                        </p:tgtEl>
                                        <p:attrNameLst>
                                          <p:attrName>style.visibility</p:attrName>
                                        </p:attrNameLst>
                                      </p:cBhvr>
                                      <p:to>
                                        <p:strVal val="hidden"/>
                                      </p:to>
                                    </p:set>
                                  </p:childTnLst>
                                </p:cTn>
                              </p:par>
                              <p:par>
                                <p:cTn id="189" presetID="1" presetClass="entr" presetSubtype="0" fill="hold" grpId="0" nodeType="withEffect">
                                  <p:stCondLst>
                                    <p:cond delay="1127"/>
                                  </p:stCondLst>
                                  <p:childTnLst>
                                    <p:set>
                                      <p:cBhvr>
                                        <p:cTn id="190" dur="1" fill="hold">
                                          <p:stCondLst>
                                            <p:cond delay="0"/>
                                          </p:stCondLst>
                                        </p:cTn>
                                        <p:tgtEl>
                                          <p:spTgt spid="217"/>
                                        </p:tgtEl>
                                        <p:attrNameLst>
                                          <p:attrName>style.visibility</p:attrName>
                                        </p:attrNameLst>
                                      </p:cBhvr>
                                      <p:to>
                                        <p:strVal val="visible"/>
                                      </p:to>
                                    </p:set>
                                    <p:anim calcmode="discrete" valueType="num">
                                      <p:cBhvr additive="base">
                                        <p:cTn id="191" dur="1" fill="hold">
                                          <p:stCondLst>
                                            <p:cond delay="0"/>
                                          </p:stCondLst>
                                        </p:cTn>
                                        <p:tgtEl>
                                          <p:spTgt spid="217"/>
                                        </p:tgtEl>
                                        <p:attrNameLst>
                                          <p:attrName>ppt_x</p:attrName>
                                        </p:attrNameLst>
                                      </p:cBhvr>
                                      <p:tavLst>
                                        <p:tav tm="0">
                                          <p:val>
                                            <p:strVal val="#ppt_x-1"/>
                                          </p:val>
                                        </p:tav>
                                        <p:tav tm="100000">
                                          <p:val>
                                            <p:strVal val="#ppt_x-1"/>
                                          </p:val>
                                        </p:tav>
                                      </p:tavLst>
                                    </p:anim>
                                  </p:childTnLst>
                                </p:cTn>
                              </p:par>
                              <p:par>
                                <p:cTn id="192" presetID="1" presetClass="exit" presetSubtype="0" fill="hold" grpId="1" nodeType="withEffect">
                                  <p:stCondLst>
                                    <p:cond delay="1225"/>
                                  </p:stCondLst>
                                  <p:childTnLst>
                                    <p:set>
                                      <p:cBhvr>
                                        <p:cTn id="193" dur="1" fill="hold">
                                          <p:stCondLst>
                                            <p:cond delay="0"/>
                                          </p:stCondLst>
                                        </p:cTn>
                                        <p:tgtEl>
                                          <p:spTgt spid="217"/>
                                        </p:tgtEl>
                                        <p:attrNameLst>
                                          <p:attrName>style.visibility</p:attrName>
                                        </p:attrNameLst>
                                      </p:cBhvr>
                                      <p:to>
                                        <p:strVal val="hidden"/>
                                      </p:to>
                                    </p:set>
                                  </p:childTnLst>
                                </p:cTn>
                              </p:par>
                              <p:par>
                                <p:cTn id="194" presetID="1" presetClass="entr" presetSubtype="0" fill="hold" grpId="0" nodeType="withEffect">
                                  <p:stCondLst>
                                    <p:cond delay="1225"/>
                                  </p:stCondLst>
                                  <p:childTnLst>
                                    <p:set>
                                      <p:cBhvr>
                                        <p:cTn id="195" dur="1" fill="hold">
                                          <p:stCondLst>
                                            <p:cond delay="0"/>
                                          </p:stCondLst>
                                        </p:cTn>
                                        <p:tgtEl>
                                          <p:spTgt spid="218"/>
                                        </p:tgtEl>
                                        <p:attrNameLst>
                                          <p:attrName>style.visibility</p:attrName>
                                        </p:attrNameLst>
                                      </p:cBhvr>
                                      <p:to>
                                        <p:strVal val="visible"/>
                                      </p:to>
                                    </p:set>
                                    <p:anim calcmode="discrete" valueType="num">
                                      <p:cBhvr additive="base">
                                        <p:cTn id="196" dur="1" fill="hold">
                                          <p:stCondLst>
                                            <p:cond delay="0"/>
                                          </p:stCondLst>
                                        </p:cTn>
                                        <p:tgtEl>
                                          <p:spTgt spid="218"/>
                                        </p:tgtEl>
                                        <p:attrNameLst>
                                          <p:attrName>ppt_x</p:attrName>
                                        </p:attrNameLst>
                                      </p:cBhvr>
                                      <p:tavLst>
                                        <p:tav tm="0">
                                          <p:val>
                                            <p:strVal val="#ppt_x-1"/>
                                          </p:val>
                                        </p:tav>
                                        <p:tav tm="100000">
                                          <p:val>
                                            <p:strVal val="#ppt_x-1"/>
                                          </p:val>
                                        </p:tav>
                                      </p:tavLst>
                                    </p:anim>
                                  </p:childTnLst>
                                </p:cTn>
                              </p:par>
                              <p:par>
                                <p:cTn id="197" presetID="1" presetClass="exit" presetSubtype="0" fill="hold" grpId="1" nodeType="withEffect">
                                  <p:stCondLst>
                                    <p:cond delay="1332"/>
                                  </p:stCondLst>
                                  <p:childTnLst>
                                    <p:set>
                                      <p:cBhvr>
                                        <p:cTn id="198" dur="1" fill="hold">
                                          <p:stCondLst>
                                            <p:cond delay="0"/>
                                          </p:stCondLst>
                                        </p:cTn>
                                        <p:tgtEl>
                                          <p:spTgt spid="218"/>
                                        </p:tgtEl>
                                        <p:attrNameLst>
                                          <p:attrName>style.visibility</p:attrName>
                                        </p:attrNameLst>
                                      </p:cBhvr>
                                      <p:to>
                                        <p:strVal val="hidden"/>
                                      </p:to>
                                    </p:set>
                                  </p:childTnLst>
                                </p:cTn>
                              </p:par>
                              <p:par>
                                <p:cTn id="199" presetID="1" presetClass="entr" presetSubtype="0" fill="hold" grpId="0" nodeType="withEffect">
                                  <p:stCondLst>
                                    <p:cond delay="1332"/>
                                  </p:stCondLst>
                                  <p:childTnLst>
                                    <p:set>
                                      <p:cBhvr>
                                        <p:cTn id="200" dur="1" fill="hold">
                                          <p:stCondLst>
                                            <p:cond delay="0"/>
                                          </p:stCondLst>
                                        </p:cTn>
                                        <p:tgtEl>
                                          <p:spTgt spid="219"/>
                                        </p:tgtEl>
                                        <p:attrNameLst>
                                          <p:attrName>style.visibility</p:attrName>
                                        </p:attrNameLst>
                                      </p:cBhvr>
                                      <p:to>
                                        <p:strVal val="visible"/>
                                      </p:to>
                                    </p:set>
                                    <p:anim calcmode="discrete" valueType="num">
                                      <p:cBhvr additive="base">
                                        <p:cTn id="201" dur="1" fill="hold">
                                          <p:stCondLst>
                                            <p:cond delay="0"/>
                                          </p:stCondLst>
                                        </p:cTn>
                                        <p:tgtEl>
                                          <p:spTgt spid="219"/>
                                        </p:tgtEl>
                                        <p:attrNameLst>
                                          <p:attrName>ppt_x</p:attrName>
                                        </p:attrNameLst>
                                      </p:cBhvr>
                                      <p:tavLst>
                                        <p:tav tm="0">
                                          <p:val>
                                            <p:strVal val="#ppt_x-1"/>
                                          </p:val>
                                        </p:tav>
                                        <p:tav tm="100000">
                                          <p:val>
                                            <p:strVal val="#ppt_x-1"/>
                                          </p:val>
                                        </p:tav>
                                      </p:tavLst>
                                    </p:anim>
                                  </p:childTnLst>
                                </p:cTn>
                              </p:par>
                              <p:par>
                                <p:cTn id="202" presetID="1" presetClass="exit" presetSubtype="0" fill="hold" grpId="1" nodeType="withEffect">
                                  <p:stCondLst>
                                    <p:cond delay="1448"/>
                                  </p:stCondLst>
                                  <p:childTnLst>
                                    <p:set>
                                      <p:cBhvr>
                                        <p:cTn id="203" dur="1" fill="hold">
                                          <p:stCondLst>
                                            <p:cond delay="0"/>
                                          </p:stCondLst>
                                        </p:cTn>
                                        <p:tgtEl>
                                          <p:spTgt spid="219"/>
                                        </p:tgtEl>
                                        <p:attrNameLst>
                                          <p:attrName>style.visibility</p:attrName>
                                        </p:attrNameLst>
                                      </p:cBhvr>
                                      <p:to>
                                        <p:strVal val="hidden"/>
                                      </p:to>
                                    </p:set>
                                  </p:childTnLst>
                                </p:cTn>
                              </p:par>
                              <p:par>
                                <p:cTn id="204" presetID="1" presetClass="entr" presetSubtype="0" fill="hold" grpId="0" nodeType="withEffect">
                                  <p:stCondLst>
                                    <p:cond delay="1448"/>
                                  </p:stCondLst>
                                  <p:childTnLst>
                                    <p:set>
                                      <p:cBhvr>
                                        <p:cTn id="205" dur="1" fill="hold">
                                          <p:stCondLst>
                                            <p:cond delay="0"/>
                                          </p:stCondLst>
                                        </p:cTn>
                                        <p:tgtEl>
                                          <p:spTgt spid="220"/>
                                        </p:tgtEl>
                                        <p:attrNameLst>
                                          <p:attrName>style.visibility</p:attrName>
                                        </p:attrNameLst>
                                      </p:cBhvr>
                                      <p:to>
                                        <p:strVal val="visible"/>
                                      </p:to>
                                    </p:set>
                                    <p:anim calcmode="discrete" valueType="num">
                                      <p:cBhvr additive="base">
                                        <p:cTn id="206" dur="1" fill="hold">
                                          <p:stCondLst>
                                            <p:cond delay="0"/>
                                          </p:stCondLst>
                                        </p:cTn>
                                        <p:tgtEl>
                                          <p:spTgt spid="220"/>
                                        </p:tgtEl>
                                        <p:attrNameLst>
                                          <p:attrName>ppt_x</p:attrName>
                                        </p:attrNameLst>
                                      </p:cBhvr>
                                      <p:tavLst>
                                        <p:tav tm="0">
                                          <p:val>
                                            <p:strVal val="#ppt_x-1"/>
                                          </p:val>
                                        </p:tav>
                                        <p:tav tm="100000">
                                          <p:val>
                                            <p:strVal val="#ppt_x-1"/>
                                          </p:val>
                                        </p:tav>
                                      </p:tavLst>
                                    </p:anim>
                                  </p:childTnLst>
                                </p:cTn>
                              </p:par>
                              <p:par>
                                <p:cTn id="207" presetID="1" presetClass="exit" presetSubtype="0" fill="hold" grpId="1" nodeType="withEffect">
                                  <p:stCondLst>
                                    <p:cond delay="1570"/>
                                  </p:stCondLst>
                                  <p:childTnLst>
                                    <p:set>
                                      <p:cBhvr>
                                        <p:cTn id="208" dur="1" fill="hold">
                                          <p:stCondLst>
                                            <p:cond delay="0"/>
                                          </p:stCondLst>
                                        </p:cTn>
                                        <p:tgtEl>
                                          <p:spTgt spid="220"/>
                                        </p:tgtEl>
                                        <p:attrNameLst>
                                          <p:attrName>style.visibility</p:attrName>
                                        </p:attrNameLst>
                                      </p:cBhvr>
                                      <p:to>
                                        <p:strVal val="hidden"/>
                                      </p:to>
                                    </p:set>
                                  </p:childTnLst>
                                </p:cTn>
                              </p:par>
                              <p:par>
                                <p:cTn id="209" presetID="1" presetClass="entr" presetSubtype="0" fill="hold" grpId="0" nodeType="withEffect">
                                  <p:stCondLst>
                                    <p:cond delay="1570"/>
                                  </p:stCondLst>
                                  <p:childTnLst>
                                    <p:set>
                                      <p:cBhvr>
                                        <p:cTn id="210" dur="1" fill="hold">
                                          <p:stCondLst>
                                            <p:cond delay="0"/>
                                          </p:stCondLst>
                                        </p:cTn>
                                        <p:tgtEl>
                                          <p:spTgt spid="221"/>
                                        </p:tgtEl>
                                        <p:attrNameLst>
                                          <p:attrName>style.visibility</p:attrName>
                                        </p:attrNameLst>
                                      </p:cBhvr>
                                      <p:to>
                                        <p:strVal val="visible"/>
                                      </p:to>
                                    </p:set>
                                    <p:anim calcmode="discrete" valueType="num">
                                      <p:cBhvr additive="base">
                                        <p:cTn id="211" dur="1" fill="hold">
                                          <p:stCondLst>
                                            <p:cond delay="0"/>
                                          </p:stCondLst>
                                        </p:cTn>
                                        <p:tgtEl>
                                          <p:spTgt spid="221"/>
                                        </p:tgtEl>
                                        <p:attrNameLst>
                                          <p:attrName>ppt_x</p:attrName>
                                        </p:attrNameLst>
                                      </p:cBhvr>
                                      <p:tavLst>
                                        <p:tav tm="0">
                                          <p:val>
                                            <p:strVal val="#ppt_x-1"/>
                                          </p:val>
                                        </p:tav>
                                        <p:tav tm="100000">
                                          <p:val>
                                            <p:strVal val="#ppt_x-1"/>
                                          </p:val>
                                        </p:tav>
                                      </p:tavLst>
                                    </p:anim>
                                  </p:childTnLst>
                                </p:cTn>
                              </p:par>
                              <p:par>
                                <p:cTn id="212" presetID="1" presetClass="exit" presetSubtype="0" fill="hold" grpId="1" nodeType="withEffect">
                                  <p:stCondLst>
                                    <p:cond delay="1698"/>
                                  </p:stCondLst>
                                  <p:childTnLst>
                                    <p:set>
                                      <p:cBhvr>
                                        <p:cTn id="213" dur="1" fill="hold">
                                          <p:stCondLst>
                                            <p:cond delay="0"/>
                                          </p:stCondLst>
                                        </p:cTn>
                                        <p:tgtEl>
                                          <p:spTgt spid="221"/>
                                        </p:tgtEl>
                                        <p:attrNameLst>
                                          <p:attrName>style.visibility</p:attrName>
                                        </p:attrNameLst>
                                      </p:cBhvr>
                                      <p:to>
                                        <p:strVal val="hidden"/>
                                      </p:to>
                                    </p:set>
                                  </p:childTnLst>
                                </p:cTn>
                              </p:par>
                              <p:par>
                                <p:cTn id="214" presetID="1" presetClass="entr" presetSubtype="0" fill="hold" grpId="0" nodeType="withEffect">
                                  <p:stCondLst>
                                    <p:cond delay="1698"/>
                                  </p:stCondLst>
                                  <p:childTnLst>
                                    <p:set>
                                      <p:cBhvr>
                                        <p:cTn id="215" dur="1" fill="hold">
                                          <p:stCondLst>
                                            <p:cond delay="0"/>
                                          </p:stCondLst>
                                        </p:cTn>
                                        <p:tgtEl>
                                          <p:spTgt spid="222"/>
                                        </p:tgtEl>
                                        <p:attrNameLst>
                                          <p:attrName>style.visibility</p:attrName>
                                        </p:attrNameLst>
                                      </p:cBhvr>
                                      <p:to>
                                        <p:strVal val="visible"/>
                                      </p:to>
                                    </p:set>
                                    <p:anim calcmode="discrete" valueType="num">
                                      <p:cBhvr additive="base">
                                        <p:cTn id="216" dur="1" fill="hold">
                                          <p:stCondLst>
                                            <p:cond delay="0"/>
                                          </p:stCondLst>
                                        </p:cTn>
                                        <p:tgtEl>
                                          <p:spTgt spid="222"/>
                                        </p:tgtEl>
                                        <p:attrNameLst>
                                          <p:attrName>ppt_x</p:attrName>
                                        </p:attrNameLst>
                                      </p:cBhvr>
                                      <p:tavLst>
                                        <p:tav tm="0">
                                          <p:val>
                                            <p:strVal val="#ppt_x-1"/>
                                          </p:val>
                                        </p:tav>
                                        <p:tav tm="100000">
                                          <p:val>
                                            <p:strVal val="#ppt_x-1"/>
                                          </p:val>
                                        </p:tav>
                                      </p:tavLst>
                                    </p:anim>
                                  </p:childTnLst>
                                </p:cTn>
                              </p:par>
                              <p:par>
                                <p:cTn id="217" presetID="1" presetClass="exit" presetSubtype="0" fill="hold" grpId="1" nodeType="withEffect">
                                  <p:stCondLst>
                                    <p:cond delay="1833"/>
                                  </p:stCondLst>
                                  <p:childTnLst>
                                    <p:set>
                                      <p:cBhvr>
                                        <p:cTn id="218" dur="1" fill="hold">
                                          <p:stCondLst>
                                            <p:cond delay="0"/>
                                          </p:stCondLst>
                                        </p:cTn>
                                        <p:tgtEl>
                                          <p:spTgt spid="222"/>
                                        </p:tgtEl>
                                        <p:attrNameLst>
                                          <p:attrName>style.visibility</p:attrName>
                                        </p:attrNameLst>
                                      </p:cBhvr>
                                      <p:to>
                                        <p:strVal val="hidden"/>
                                      </p:to>
                                    </p:set>
                                  </p:childTnLst>
                                </p:cTn>
                              </p:par>
                              <p:par>
                                <p:cTn id="219" presetID="1" presetClass="entr" presetSubtype="0" fill="hold" grpId="0" nodeType="withEffect">
                                  <p:stCondLst>
                                    <p:cond delay="1833"/>
                                  </p:stCondLst>
                                  <p:childTnLst>
                                    <p:set>
                                      <p:cBhvr>
                                        <p:cTn id="220" dur="1" fill="hold">
                                          <p:stCondLst>
                                            <p:cond delay="0"/>
                                          </p:stCondLst>
                                        </p:cTn>
                                        <p:tgtEl>
                                          <p:spTgt spid="223"/>
                                        </p:tgtEl>
                                        <p:attrNameLst>
                                          <p:attrName>style.visibility</p:attrName>
                                        </p:attrNameLst>
                                      </p:cBhvr>
                                      <p:to>
                                        <p:strVal val="visible"/>
                                      </p:to>
                                    </p:set>
                                    <p:anim calcmode="discrete" valueType="num">
                                      <p:cBhvr additive="base">
                                        <p:cTn id="221" dur="1" fill="hold">
                                          <p:stCondLst>
                                            <p:cond delay="0"/>
                                          </p:stCondLst>
                                        </p:cTn>
                                        <p:tgtEl>
                                          <p:spTgt spid="223"/>
                                        </p:tgtEl>
                                        <p:attrNameLst>
                                          <p:attrName>ppt_x</p:attrName>
                                        </p:attrNameLst>
                                      </p:cBhvr>
                                      <p:tavLst>
                                        <p:tav tm="0">
                                          <p:val>
                                            <p:strVal val="#ppt_x-1"/>
                                          </p:val>
                                        </p:tav>
                                        <p:tav tm="100000">
                                          <p:val>
                                            <p:strVal val="#ppt_x-1"/>
                                          </p:val>
                                        </p:tav>
                                      </p:tavLst>
                                    </p:anim>
                                  </p:childTnLst>
                                </p:cTn>
                              </p:par>
                              <p:par>
                                <p:cTn id="222" presetID="1" presetClass="exit" presetSubtype="0" fill="hold" grpId="1" nodeType="withEffect">
                                  <p:stCondLst>
                                    <p:cond delay="1972"/>
                                  </p:stCondLst>
                                  <p:childTnLst>
                                    <p:set>
                                      <p:cBhvr>
                                        <p:cTn id="223" dur="1" fill="hold">
                                          <p:stCondLst>
                                            <p:cond delay="0"/>
                                          </p:stCondLst>
                                        </p:cTn>
                                        <p:tgtEl>
                                          <p:spTgt spid="223"/>
                                        </p:tgtEl>
                                        <p:attrNameLst>
                                          <p:attrName>style.visibility</p:attrName>
                                        </p:attrNameLst>
                                      </p:cBhvr>
                                      <p:to>
                                        <p:strVal val="hidden"/>
                                      </p:to>
                                    </p:set>
                                  </p:childTnLst>
                                </p:cTn>
                              </p:par>
                              <p:par>
                                <p:cTn id="224" presetID="1" presetClass="entr" presetSubtype="0" fill="hold" grpId="0" nodeType="withEffect">
                                  <p:stCondLst>
                                    <p:cond delay="1972"/>
                                  </p:stCondLst>
                                  <p:childTnLst>
                                    <p:set>
                                      <p:cBhvr>
                                        <p:cTn id="225" dur="1" fill="hold">
                                          <p:stCondLst>
                                            <p:cond delay="0"/>
                                          </p:stCondLst>
                                        </p:cTn>
                                        <p:tgtEl>
                                          <p:spTgt spid="224"/>
                                        </p:tgtEl>
                                        <p:attrNameLst>
                                          <p:attrName>style.visibility</p:attrName>
                                        </p:attrNameLst>
                                      </p:cBhvr>
                                      <p:to>
                                        <p:strVal val="visible"/>
                                      </p:to>
                                    </p:set>
                                    <p:anim calcmode="discrete" valueType="num">
                                      <p:cBhvr additive="base">
                                        <p:cTn id="226" dur="1" fill="hold">
                                          <p:stCondLst>
                                            <p:cond delay="0"/>
                                          </p:stCondLst>
                                        </p:cTn>
                                        <p:tgtEl>
                                          <p:spTgt spid="224"/>
                                        </p:tgtEl>
                                        <p:attrNameLst>
                                          <p:attrName>ppt_x</p:attrName>
                                        </p:attrNameLst>
                                      </p:cBhvr>
                                      <p:tavLst>
                                        <p:tav tm="0">
                                          <p:val>
                                            <p:strVal val="#ppt_x-1"/>
                                          </p:val>
                                        </p:tav>
                                        <p:tav tm="100000">
                                          <p:val>
                                            <p:strVal val="#ppt_x-1"/>
                                          </p:val>
                                        </p:tav>
                                      </p:tavLst>
                                    </p:anim>
                                  </p:childTnLst>
                                </p:cTn>
                              </p:par>
                              <p:par>
                                <p:cTn id="227" presetID="1" presetClass="exit" presetSubtype="0" fill="hold" grpId="1" nodeType="withEffect">
                                  <p:stCondLst>
                                    <p:cond delay="2117"/>
                                  </p:stCondLst>
                                  <p:childTnLst>
                                    <p:set>
                                      <p:cBhvr>
                                        <p:cTn id="228" dur="1" fill="hold">
                                          <p:stCondLst>
                                            <p:cond delay="0"/>
                                          </p:stCondLst>
                                        </p:cTn>
                                        <p:tgtEl>
                                          <p:spTgt spid="224"/>
                                        </p:tgtEl>
                                        <p:attrNameLst>
                                          <p:attrName>style.visibility</p:attrName>
                                        </p:attrNameLst>
                                      </p:cBhvr>
                                      <p:to>
                                        <p:strVal val="hidden"/>
                                      </p:to>
                                    </p:set>
                                  </p:childTnLst>
                                </p:cTn>
                              </p:par>
                              <p:par>
                                <p:cTn id="229" presetID="1" presetClass="entr" presetSubtype="0" fill="hold" grpId="0" nodeType="withEffect">
                                  <p:stCondLst>
                                    <p:cond delay="2117"/>
                                  </p:stCondLst>
                                  <p:childTnLst>
                                    <p:set>
                                      <p:cBhvr>
                                        <p:cTn id="230" dur="1" fill="hold">
                                          <p:stCondLst>
                                            <p:cond delay="0"/>
                                          </p:stCondLst>
                                        </p:cTn>
                                        <p:tgtEl>
                                          <p:spTgt spid="225"/>
                                        </p:tgtEl>
                                        <p:attrNameLst>
                                          <p:attrName>style.visibility</p:attrName>
                                        </p:attrNameLst>
                                      </p:cBhvr>
                                      <p:to>
                                        <p:strVal val="visible"/>
                                      </p:to>
                                    </p:set>
                                    <p:anim calcmode="discrete" valueType="num">
                                      <p:cBhvr additive="base">
                                        <p:cTn id="231" dur="1" fill="hold">
                                          <p:stCondLst>
                                            <p:cond delay="0"/>
                                          </p:stCondLst>
                                        </p:cTn>
                                        <p:tgtEl>
                                          <p:spTgt spid="225"/>
                                        </p:tgtEl>
                                        <p:attrNameLst>
                                          <p:attrName>ppt_x</p:attrName>
                                        </p:attrNameLst>
                                      </p:cBhvr>
                                      <p:tavLst>
                                        <p:tav tm="0">
                                          <p:val>
                                            <p:strVal val="#ppt_x-1"/>
                                          </p:val>
                                        </p:tav>
                                        <p:tav tm="100000">
                                          <p:val>
                                            <p:strVal val="#ppt_x-1"/>
                                          </p:val>
                                        </p:tav>
                                      </p:tavLst>
                                    </p:anim>
                                  </p:childTnLst>
                                </p:cTn>
                              </p:par>
                              <p:par>
                                <p:cTn id="232" presetID="1" presetClass="exit" presetSubtype="0" fill="hold" grpId="1" nodeType="withEffect">
                                  <p:stCondLst>
                                    <p:cond delay="2266"/>
                                  </p:stCondLst>
                                  <p:childTnLst>
                                    <p:set>
                                      <p:cBhvr>
                                        <p:cTn id="233" dur="1" fill="hold">
                                          <p:stCondLst>
                                            <p:cond delay="0"/>
                                          </p:stCondLst>
                                        </p:cTn>
                                        <p:tgtEl>
                                          <p:spTgt spid="225"/>
                                        </p:tgtEl>
                                        <p:attrNameLst>
                                          <p:attrName>style.visibility</p:attrName>
                                        </p:attrNameLst>
                                      </p:cBhvr>
                                      <p:to>
                                        <p:strVal val="hidden"/>
                                      </p:to>
                                    </p:set>
                                  </p:childTnLst>
                                </p:cTn>
                              </p:par>
                              <p:par>
                                <p:cTn id="234" presetID="1" presetClass="entr" presetSubtype="0" fill="hold" grpId="0" nodeType="withEffect">
                                  <p:stCondLst>
                                    <p:cond delay="2266"/>
                                  </p:stCondLst>
                                  <p:childTnLst>
                                    <p:set>
                                      <p:cBhvr>
                                        <p:cTn id="235" dur="1" fill="hold">
                                          <p:stCondLst>
                                            <p:cond delay="0"/>
                                          </p:stCondLst>
                                        </p:cTn>
                                        <p:tgtEl>
                                          <p:spTgt spid="226"/>
                                        </p:tgtEl>
                                        <p:attrNameLst>
                                          <p:attrName>style.visibility</p:attrName>
                                        </p:attrNameLst>
                                      </p:cBhvr>
                                      <p:to>
                                        <p:strVal val="visible"/>
                                      </p:to>
                                    </p:set>
                                    <p:anim calcmode="discrete" valueType="num">
                                      <p:cBhvr additive="base">
                                        <p:cTn id="236" dur="1" fill="hold">
                                          <p:stCondLst>
                                            <p:cond delay="0"/>
                                          </p:stCondLst>
                                        </p:cTn>
                                        <p:tgtEl>
                                          <p:spTgt spid="226"/>
                                        </p:tgtEl>
                                        <p:attrNameLst>
                                          <p:attrName>ppt_x</p:attrName>
                                        </p:attrNameLst>
                                      </p:cBhvr>
                                      <p:tavLst>
                                        <p:tav tm="0">
                                          <p:val>
                                            <p:strVal val="#ppt_x-1"/>
                                          </p:val>
                                        </p:tav>
                                        <p:tav tm="100000">
                                          <p:val>
                                            <p:strVal val="#ppt_x-1"/>
                                          </p:val>
                                        </p:tav>
                                      </p:tavLst>
                                    </p:anim>
                                  </p:childTnLst>
                                </p:cTn>
                              </p:par>
                              <p:par>
                                <p:cTn id="237" presetID="1" presetClass="exit" presetSubtype="0" fill="hold" grpId="1" nodeType="withEffect">
                                  <p:stCondLst>
                                    <p:cond delay="2420"/>
                                  </p:stCondLst>
                                  <p:childTnLst>
                                    <p:set>
                                      <p:cBhvr>
                                        <p:cTn id="238" dur="1" fill="hold">
                                          <p:stCondLst>
                                            <p:cond delay="0"/>
                                          </p:stCondLst>
                                        </p:cTn>
                                        <p:tgtEl>
                                          <p:spTgt spid="226"/>
                                        </p:tgtEl>
                                        <p:attrNameLst>
                                          <p:attrName>style.visibility</p:attrName>
                                        </p:attrNameLst>
                                      </p:cBhvr>
                                      <p:to>
                                        <p:strVal val="hidden"/>
                                      </p:to>
                                    </p:set>
                                  </p:childTnLst>
                                </p:cTn>
                              </p:par>
                              <p:par>
                                <p:cTn id="239" presetID="10" presetClass="entr" presetSubtype="0" fill="hold" grpId="0" nodeType="withEffect">
                                  <p:stCondLst>
                                    <p:cond delay="2420"/>
                                  </p:stCondLst>
                                  <p:childTnLst>
                                    <p:set>
                                      <p:cBhvr>
                                        <p:cTn id="240" dur="1" fill="hold">
                                          <p:stCondLst>
                                            <p:cond delay="0"/>
                                          </p:stCondLst>
                                        </p:cTn>
                                        <p:tgtEl>
                                          <p:spTgt spid="190"/>
                                        </p:tgtEl>
                                        <p:attrNameLst>
                                          <p:attrName>style.visibility</p:attrName>
                                        </p:attrNameLst>
                                      </p:cBhvr>
                                      <p:to>
                                        <p:strVal val="visible"/>
                                      </p:to>
                                    </p:set>
                                    <p:animEffect transition="in" filter="fade">
                                      <p:cBhvr>
                                        <p:cTn id="241" dur="25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animBg="1"/>
      <p:bldP spid="179" grpId="0" animBg="1"/>
      <p:bldP spid="180" grpId="0" animBg="1"/>
      <p:bldP spid="181" grpId="0" animBg="1"/>
      <p:bldP spid="192" grpId="0" animBg="1"/>
      <p:bldP spid="192" grpId="1" animBg="1"/>
      <p:bldP spid="193" grpId="0" animBg="1"/>
      <p:bldP spid="193" grpId="1" animBg="1"/>
      <p:bldP spid="194" grpId="0" animBg="1"/>
      <p:bldP spid="194" grpId="1" animBg="1"/>
      <p:bldP spid="195" grpId="0" animBg="1"/>
      <p:bldP spid="195" grpId="1" animBg="1"/>
      <p:bldP spid="196" grpId="0" animBg="1"/>
      <p:bldP spid="196" grpId="1" animBg="1"/>
      <p:bldP spid="197" grpId="0" animBg="1"/>
      <p:bldP spid="197" grpId="1" animBg="1"/>
      <p:bldP spid="198" grpId="0" animBg="1"/>
      <p:bldP spid="198" grpId="1" animBg="1"/>
      <p:bldP spid="199" grpId="0" animBg="1"/>
      <p:bldP spid="199" grpId="1" animBg="1"/>
      <p:bldP spid="200" grpId="0" animBg="1"/>
      <p:bldP spid="200" grpId="1" animBg="1"/>
      <p:bldP spid="182" grpId="0" animBg="1"/>
      <p:bldP spid="183" grpId="0" animBg="1"/>
      <p:bldP spid="184" grpId="0" animBg="1"/>
      <p:bldP spid="185" grpId="0" animBg="1"/>
      <p:bldP spid="201" grpId="0" animBg="1"/>
      <p:bldP spid="201" grpId="1" animBg="1"/>
      <p:bldP spid="202" grpId="0" animBg="1"/>
      <p:bldP spid="202" grpId="1" animBg="1"/>
      <p:bldP spid="203" grpId="0" animBg="1"/>
      <p:bldP spid="203" grpId="1" animBg="1"/>
      <p:bldP spid="204" grpId="0" animBg="1"/>
      <p:bldP spid="204" grpId="1" animBg="1"/>
      <p:bldP spid="205" grpId="0" animBg="1"/>
      <p:bldP spid="205" grpId="1" animBg="1"/>
      <p:bldP spid="206" grpId="0" animBg="1"/>
      <p:bldP spid="206" grpId="1" animBg="1"/>
      <p:bldP spid="207" grpId="0" animBg="1"/>
      <p:bldP spid="207" grpId="1" animBg="1"/>
      <p:bldP spid="208" grpId="0" animBg="1"/>
      <p:bldP spid="208" grpId="1" animBg="1"/>
      <p:bldP spid="209" grpId="0" animBg="1"/>
      <p:bldP spid="209" grpId="1" animBg="1"/>
      <p:bldP spid="210" grpId="0" animBg="1"/>
      <p:bldP spid="210" grpId="1" animBg="1"/>
      <p:bldP spid="211" grpId="0" animBg="1"/>
      <p:bldP spid="211" grpId="1" animBg="1"/>
      <p:bldP spid="212" grpId="0" animBg="1"/>
      <p:bldP spid="212" grpId="1" animBg="1"/>
      <p:bldP spid="213" grpId="0" animBg="1"/>
      <p:bldP spid="213" grpId="1" animBg="1"/>
      <p:bldP spid="186" grpId="0" animBg="1"/>
      <p:bldP spid="187" grpId="0" animBg="1"/>
      <p:bldP spid="188" grpId="0" animBg="1"/>
      <p:bldP spid="189" grpId="0" animBg="1"/>
      <p:bldP spid="214" grpId="0" animBg="1"/>
      <p:bldP spid="214" grpId="1" animBg="1"/>
      <p:bldP spid="215" grpId="0" animBg="1"/>
      <p:bldP spid="215" grpId="1" animBg="1"/>
      <p:bldP spid="216" grpId="0" animBg="1"/>
      <p:bldP spid="216" grpId="1" animBg="1"/>
      <p:bldP spid="217" grpId="0" animBg="1"/>
      <p:bldP spid="217" grpId="1" animBg="1"/>
      <p:bldP spid="218" grpId="0" animBg="1"/>
      <p:bldP spid="218" grpId="1" animBg="1"/>
      <p:bldP spid="219" grpId="0" animBg="1"/>
      <p:bldP spid="219" grpId="1" animBg="1"/>
      <p:bldP spid="220" grpId="0" animBg="1"/>
      <p:bldP spid="220" grpId="1" animBg="1"/>
      <p:bldP spid="221" grpId="0" animBg="1"/>
      <p:bldP spid="221" grpId="1" animBg="1"/>
      <p:bldP spid="222" grpId="0" animBg="1"/>
      <p:bldP spid="222" grpId="1" animBg="1"/>
      <p:bldP spid="223" grpId="0" animBg="1"/>
      <p:bldP spid="223" grpId="1" animBg="1"/>
      <p:bldP spid="224" grpId="0" animBg="1"/>
      <p:bldP spid="224" grpId="1" animBg="1"/>
      <p:bldP spid="225" grpId="0" animBg="1"/>
      <p:bldP spid="225" grpId="1" animBg="1"/>
      <p:bldP spid="226" grpId="0" animBg="1"/>
      <p:bldP spid="226" grpId="1" animBg="1"/>
      <p:bldP spid="190" grpId="0" animBg="1"/>
      <p:bldP spid="19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92" name="Kicker 192"/>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06</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شواهد من الواقع</a:t>
            </a:r>
            <a:endParaRPr lang="ar-SA" sz="1200" dirty="0"/>
          </a:p>
        </p:txBody>
      </p:sp>
      <p:sp>
        <p:nvSpPr>
          <p:cNvPr id="193" name="Title 193"/>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خلال إكسبو أوساكا</a:t>
            </a:r>
            <a:endParaRPr lang="ar-SA" sz="1200" dirty="0"/>
          </a:p>
        </p:txBody>
      </p:sp>
      <p:sp>
        <p:nvSpPr>
          <p:cNvPr id="194" name="Hero stat card 194"/>
          <p:cNvSpPr/>
          <p:nvPr/>
        </p:nvSpPr>
        <p:spPr>
          <a:xfrm>
            <a:off x="4297680" y="1417320"/>
            <a:ext cx="4389120" cy="2788920"/>
          </a:xfrm>
          <a:prstGeom prst="roundRect">
            <a:avLst>
              <a:gd name="adj" fmla="val 5901"/>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195" name="Hero kicker 195"/>
          <p:cNvSpPr txBox="1"/>
          <p:nvPr/>
        </p:nvSpPr>
        <p:spPr>
          <a:xfrm>
            <a:off x="4526280" y="1691640"/>
            <a:ext cx="3931920" cy="32004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B4B1CC"/>
                </a:solidFill>
                <a:latin typeface="Tajawal"/>
                <a:ea typeface="Tajawal"/>
                <a:cs typeface="Tajawal"/>
              </a:rPr>
              <a:t>إجمالي من تلقّوا العلاج</a:t>
            </a:r>
            <a:endParaRPr lang="ar-SA" sz="1200" dirty="0"/>
          </a:p>
        </p:txBody>
      </p:sp>
      <p:sp>
        <p:nvSpPr>
          <p:cNvPr id="204" name="Counter frame 204"/>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4,289</a:t>
            </a:r>
            <a:endParaRPr lang="ar-SA" sz="1200" dirty="0"/>
          </a:p>
        </p:txBody>
      </p:sp>
      <p:sp>
        <p:nvSpPr>
          <p:cNvPr id="205" name="Counter frame 205"/>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8,043</a:t>
            </a:r>
            <a:endParaRPr lang="ar-SA" sz="1200" dirty="0"/>
          </a:p>
        </p:txBody>
      </p:sp>
      <p:sp>
        <p:nvSpPr>
          <p:cNvPr id="206" name="Counter frame 206"/>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11,297</a:t>
            </a:r>
            <a:endParaRPr lang="ar-SA" sz="1200" dirty="0"/>
          </a:p>
        </p:txBody>
      </p:sp>
      <p:sp>
        <p:nvSpPr>
          <p:cNvPr id="207" name="Counter frame 207"/>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14,087</a:t>
            </a:r>
            <a:endParaRPr lang="ar-SA" sz="1200" dirty="0"/>
          </a:p>
        </p:txBody>
      </p:sp>
      <p:sp>
        <p:nvSpPr>
          <p:cNvPr id="208" name="Counter frame 208"/>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16,448</a:t>
            </a:r>
            <a:endParaRPr lang="ar-SA" sz="1200" dirty="0"/>
          </a:p>
        </p:txBody>
      </p:sp>
      <p:sp>
        <p:nvSpPr>
          <p:cNvPr id="209" name="Counter frame 209"/>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18,417</a:t>
            </a:r>
            <a:endParaRPr lang="ar-SA" sz="1200" dirty="0"/>
          </a:p>
        </p:txBody>
      </p:sp>
      <p:sp>
        <p:nvSpPr>
          <p:cNvPr id="210" name="Counter frame 210"/>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20,029</a:t>
            </a:r>
            <a:endParaRPr lang="ar-SA" sz="1200" dirty="0"/>
          </a:p>
        </p:txBody>
      </p:sp>
      <p:sp>
        <p:nvSpPr>
          <p:cNvPr id="211" name="Counter frame 211"/>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21,320</a:t>
            </a:r>
            <a:endParaRPr lang="ar-SA" sz="1200" dirty="0"/>
          </a:p>
        </p:txBody>
      </p:sp>
      <p:sp>
        <p:nvSpPr>
          <p:cNvPr id="212" name="Counter frame 212"/>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22,326</a:t>
            </a:r>
            <a:endParaRPr lang="ar-SA" sz="1200" dirty="0"/>
          </a:p>
        </p:txBody>
      </p:sp>
      <p:sp>
        <p:nvSpPr>
          <p:cNvPr id="213" name="Counter frame 213"/>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23,081</a:t>
            </a:r>
            <a:endParaRPr lang="ar-SA" sz="1200" dirty="0"/>
          </a:p>
        </p:txBody>
      </p:sp>
      <p:sp>
        <p:nvSpPr>
          <p:cNvPr id="214" name="Counter frame 214"/>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23,622</a:t>
            </a:r>
            <a:endParaRPr lang="ar-SA" sz="1200" dirty="0"/>
          </a:p>
        </p:txBody>
      </p:sp>
      <p:sp>
        <p:nvSpPr>
          <p:cNvPr id="215" name="Counter frame 215"/>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23,985</a:t>
            </a:r>
            <a:endParaRPr lang="ar-SA" sz="1200" dirty="0"/>
          </a:p>
        </p:txBody>
      </p:sp>
      <p:sp>
        <p:nvSpPr>
          <p:cNvPr id="216" name="Counter frame 216"/>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24,205</a:t>
            </a:r>
            <a:endParaRPr lang="ar-SA" sz="1200" dirty="0"/>
          </a:p>
        </p:txBody>
      </p:sp>
      <p:sp>
        <p:nvSpPr>
          <p:cNvPr id="217" name="Counter frame 217"/>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24,318</a:t>
            </a:r>
            <a:endParaRPr lang="ar-SA" sz="1200" dirty="0"/>
          </a:p>
        </p:txBody>
      </p:sp>
      <p:sp>
        <p:nvSpPr>
          <p:cNvPr id="218" name="Counter frame 218"/>
          <p:cNvSpPr txBox="1"/>
          <p:nvPr/>
        </p:nvSpPr>
        <p:spPr>
          <a:xfrm>
            <a:off x="13670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24,360</a:t>
            </a:r>
            <a:endParaRPr lang="ar-SA" sz="1200" dirty="0"/>
          </a:p>
        </p:txBody>
      </p:sp>
      <p:sp>
        <p:nvSpPr>
          <p:cNvPr id="196" name="Hero number 196"/>
          <p:cNvSpPr txBox="1"/>
          <p:nvPr/>
        </p:nvSpPr>
        <p:spPr>
          <a:xfrm>
            <a:off x="4526280" y="2057400"/>
            <a:ext cx="3931920" cy="109728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7050" b="1" dirty="0">
                <a:solidFill>
                  <a:srgbClr val="F5F5F8"/>
                </a:solidFill>
                <a:latin typeface="Tajawal"/>
                <a:ea typeface="Tajawal"/>
                <a:cs typeface="Tajawal"/>
              </a:rPr>
              <a:t>24,366</a:t>
            </a:r>
            <a:endParaRPr lang="ar-SA" sz="1200" dirty="0"/>
          </a:p>
        </p:txBody>
      </p:sp>
      <p:sp>
        <p:nvSpPr>
          <p:cNvPr id="197" name="Hero label 197"/>
          <p:cNvSpPr txBox="1"/>
          <p:nvPr/>
        </p:nvSpPr>
        <p:spPr>
          <a:xfrm>
            <a:off x="4526280" y="3200400"/>
            <a:ext cx="3931920" cy="685800"/>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550" b="0" dirty="0">
                <a:solidFill>
                  <a:srgbClr val="F5F5F8"/>
                </a:solidFill>
                <a:latin typeface="Tajawal"/>
                <a:ea typeface="Tajawal"/>
                <a:cs typeface="Tajawal"/>
              </a:rPr>
              <a:t>شخصًا تلقوا علاجًا في المرافق الطبية داخل الموقع.</a:t>
            </a:r>
            <a:endParaRPr lang="ar-SA" sz="1200" dirty="0"/>
          </a:p>
        </p:txBody>
      </p:sp>
      <p:sp>
        <p:nvSpPr>
          <p:cNvPr id="198" name="Stat card 198"/>
          <p:cNvSpPr/>
          <p:nvPr/>
        </p:nvSpPr>
        <p:spPr>
          <a:xfrm>
            <a:off x="457200" y="1417320"/>
            <a:ext cx="3611880" cy="1325880"/>
          </a:xfrm>
          <a:prstGeom prst="roundRect">
            <a:avLst>
              <a:gd name="adj" fmla="val 1241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19" name="Counter frame 219"/>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23</a:t>
            </a:r>
            <a:endParaRPr lang="ar-SA" sz="1200" dirty="0"/>
          </a:p>
        </p:txBody>
      </p:sp>
      <p:sp>
        <p:nvSpPr>
          <p:cNvPr id="220" name="Counter frame 220"/>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44</a:t>
            </a:r>
            <a:endParaRPr lang="ar-SA" sz="1200" dirty="0"/>
          </a:p>
        </p:txBody>
      </p:sp>
      <p:sp>
        <p:nvSpPr>
          <p:cNvPr id="221" name="Counter frame 221"/>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61</a:t>
            </a:r>
            <a:endParaRPr lang="ar-SA" sz="1200" dirty="0"/>
          </a:p>
        </p:txBody>
      </p:sp>
      <p:sp>
        <p:nvSpPr>
          <p:cNvPr id="222" name="Counter frame 222"/>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76</a:t>
            </a:r>
            <a:endParaRPr lang="ar-SA" sz="1200" dirty="0"/>
          </a:p>
        </p:txBody>
      </p:sp>
      <p:sp>
        <p:nvSpPr>
          <p:cNvPr id="223" name="Counter frame 223"/>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89</a:t>
            </a:r>
            <a:endParaRPr lang="ar-SA" sz="1200" dirty="0"/>
          </a:p>
        </p:txBody>
      </p:sp>
      <p:sp>
        <p:nvSpPr>
          <p:cNvPr id="224" name="Counter frame 224"/>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100</a:t>
            </a:r>
            <a:endParaRPr lang="ar-SA" sz="1200" dirty="0"/>
          </a:p>
        </p:txBody>
      </p:sp>
      <p:sp>
        <p:nvSpPr>
          <p:cNvPr id="225" name="Counter frame 225"/>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109</a:t>
            </a:r>
            <a:endParaRPr lang="ar-SA" sz="1200" dirty="0"/>
          </a:p>
        </p:txBody>
      </p:sp>
      <p:sp>
        <p:nvSpPr>
          <p:cNvPr id="226" name="Counter frame 226"/>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116</a:t>
            </a:r>
            <a:endParaRPr lang="ar-SA" sz="1200" dirty="0"/>
          </a:p>
        </p:txBody>
      </p:sp>
      <p:sp>
        <p:nvSpPr>
          <p:cNvPr id="227" name="Counter frame 227"/>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121</a:t>
            </a:r>
            <a:endParaRPr lang="ar-SA" sz="1200" dirty="0"/>
          </a:p>
        </p:txBody>
      </p:sp>
      <p:sp>
        <p:nvSpPr>
          <p:cNvPr id="228" name="Counter frame 228"/>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125</a:t>
            </a:r>
            <a:endParaRPr lang="ar-SA" sz="1200" dirty="0"/>
          </a:p>
        </p:txBody>
      </p:sp>
      <p:sp>
        <p:nvSpPr>
          <p:cNvPr id="229" name="Counter frame 229"/>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128</a:t>
            </a:r>
            <a:endParaRPr lang="ar-SA" sz="1200" dirty="0"/>
          </a:p>
        </p:txBody>
      </p:sp>
      <p:sp>
        <p:nvSpPr>
          <p:cNvPr id="230" name="Counter frame 230"/>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130</a:t>
            </a:r>
            <a:endParaRPr lang="ar-SA" sz="1200" dirty="0"/>
          </a:p>
        </p:txBody>
      </p:sp>
      <p:sp>
        <p:nvSpPr>
          <p:cNvPr id="231" name="Counter frame 231"/>
          <p:cNvSpPr txBox="1"/>
          <p:nvPr/>
        </p:nvSpPr>
        <p:spPr>
          <a:xfrm>
            <a:off x="9829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131</a:t>
            </a:r>
            <a:endParaRPr lang="ar-SA" sz="1200" dirty="0"/>
          </a:p>
        </p:txBody>
      </p:sp>
      <p:sp>
        <p:nvSpPr>
          <p:cNvPr id="199" name="Stat number 199"/>
          <p:cNvSpPr txBox="1"/>
          <p:nvPr/>
        </p:nvSpPr>
        <p:spPr>
          <a:xfrm>
            <a:off x="685800" y="158191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FF4D6D"/>
                </a:solidFill>
                <a:latin typeface="Tajawal"/>
                <a:ea typeface="Tajawal"/>
                <a:cs typeface="Tajawal"/>
              </a:rPr>
              <a:t>132</a:t>
            </a:r>
            <a:endParaRPr lang="ar-SA" sz="1200" dirty="0"/>
          </a:p>
        </p:txBody>
      </p:sp>
      <p:sp>
        <p:nvSpPr>
          <p:cNvPr id="200" name="Stat label 200"/>
          <p:cNvSpPr txBox="1"/>
          <p:nvPr/>
        </p:nvSpPr>
        <p:spPr>
          <a:xfrm>
            <a:off x="685800" y="2258568"/>
            <a:ext cx="3154680" cy="34747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50" b="0" dirty="0">
                <a:solidFill>
                  <a:srgbClr val="B4B1CC"/>
                </a:solidFill>
                <a:latin typeface="Tajawal"/>
                <a:ea typeface="Tajawal"/>
                <a:cs typeface="Tajawal"/>
              </a:rPr>
              <a:t>حالة يوميًا</a:t>
            </a:r>
            <a:endParaRPr lang="ar-SA" sz="1200" dirty="0"/>
          </a:p>
        </p:txBody>
      </p:sp>
      <p:sp>
        <p:nvSpPr>
          <p:cNvPr id="201" name="Stat card 201"/>
          <p:cNvSpPr/>
          <p:nvPr/>
        </p:nvSpPr>
        <p:spPr>
          <a:xfrm>
            <a:off x="457200" y="2880360"/>
            <a:ext cx="3611880" cy="1325880"/>
          </a:xfrm>
          <a:prstGeom prst="roundRect">
            <a:avLst>
              <a:gd name="adj" fmla="val 1241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32" name="Counter frame 232"/>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118</a:t>
            </a:r>
            <a:endParaRPr lang="ar-SA" sz="1200" dirty="0"/>
          </a:p>
        </p:txBody>
      </p:sp>
      <p:sp>
        <p:nvSpPr>
          <p:cNvPr id="233" name="Counter frame 233"/>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222</a:t>
            </a:r>
            <a:endParaRPr lang="ar-SA" sz="1200" dirty="0"/>
          </a:p>
        </p:txBody>
      </p:sp>
      <p:sp>
        <p:nvSpPr>
          <p:cNvPr id="234" name="Counter frame 234"/>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312</a:t>
            </a:r>
            <a:endParaRPr lang="ar-SA" sz="1200" dirty="0"/>
          </a:p>
        </p:txBody>
      </p:sp>
      <p:sp>
        <p:nvSpPr>
          <p:cNvPr id="235" name="Counter frame 235"/>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389</a:t>
            </a:r>
            <a:endParaRPr lang="ar-SA" sz="1200" dirty="0"/>
          </a:p>
        </p:txBody>
      </p:sp>
      <p:sp>
        <p:nvSpPr>
          <p:cNvPr id="236" name="Counter frame 236"/>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454</a:t>
            </a:r>
            <a:endParaRPr lang="ar-SA" sz="1200" dirty="0"/>
          </a:p>
        </p:txBody>
      </p:sp>
      <p:sp>
        <p:nvSpPr>
          <p:cNvPr id="237" name="Counter frame 237"/>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509</a:t>
            </a:r>
            <a:endParaRPr lang="ar-SA" sz="1200" dirty="0"/>
          </a:p>
        </p:txBody>
      </p:sp>
      <p:sp>
        <p:nvSpPr>
          <p:cNvPr id="238" name="Counter frame 238"/>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553</a:t>
            </a:r>
            <a:endParaRPr lang="ar-SA" sz="1200" dirty="0"/>
          </a:p>
        </p:txBody>
      </p:sp>
      <p:sp>
        <p:nvSpPr>
          <p:cNvPr id="239" name="Counter frame 239"/>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589</a:t>
            </a:r>
            <a:endParaRPr lang="ar-SA" sz="1200" dirty="0"/>
          </a:p>
        </p:txBody>
      </p:sp>
      <p:sp>
        <p:nvSpPr>
          <p:cNvPr id="240" name="Counter frame 240"/>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617</a:t>
            </a:r>
            <a:endParaRPr lang="ar-SA" sz="1200" dirty="0"/>
          </a:p>
        </p:txBody>
      </p:sp>
      <p:sp>
        <p:nvSpPr>
          <p:cNvPr id="241" name="Counter frame 241"/>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638</a:t>
            </a:r>
            <a:endParaRPr lang="ar-SA" sz="1200" dirty="0"/>
          </a:p>
        </p:txBody>
      </p:sp>
      <p:sp>
        <p:nvSpPr>
          <p:cNvPr id="242" name="Counter frame 242"/>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652</a:t>
            </a:r>
            <a:endParaRPr lang="ar-SA" sz="1200" dirty="0"/>
          </a:p>
        </p:txBody>
      </p:sp>
      <p:sp>
        <p:nvSpPr>
          <p:cNvPr id="243" name="Counter frame 243"/>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662</a:t>
            </a:r>
            <a:endParaRPr lang="ar-SA" sz="1200" dirty="0"/>
          </a:p>
        </p:txBody>
      </p:sp>
      <p:sp>
        <p:nvSpPr>
          <p:cNvPr id="244" name="Counter frame 244"/>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669</a:t>
            </a:r>
            <a:endParaRPr lang="ar-SA" sz="1200" dirty="0"/>
          </a:p>
        </p:txBody>
      </p:sp>
      <p:sp>
        <p:nvSpPr>
          <p:cNvPr id="245" name="Counter frame 245"/>
          <p:cNvSpPr txBox="1"/>
          <p:nvPr/>
        </p:nvSpPr>
        <p:spPr>
          <a:xfrm>
            <a:off x="9829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672</a:t>
            </a:r>
            <a:endParaRPr lang="ar-SA" sz="1200" dirty="0"/>
          </a:p>
        </p:txBody>
      </p:sp>
      <p:sp>
        <p:nvSpPr>
          <p:cNvPr id="202" name="Stat number 202"/>
          <p:cNvSpPr txBox="1"/>
          <p:nvPr/>
        </p:nvSpPr>
        <p:spPr>
          <a:xfrm>
            <a:off x="685800" y="3044952"/>
            <a:ext cx="3154680" cy="685800"/>
          </a:xfrm>
          <a:prstGeom prst="rect">
            <a:avLst/>
          </a:prstGeom>
          <a:noFill/>
          <a:ln>
            <a:noFill/>
          </a:ln>
        </p:spPr>
        <p:txBody>
          <a:bodyPr wrap="square" lIns="0" tIns="0" rIns="0" bIns="0" rtlCol="0" anchor="ctr">
            <a:noAutofit/>
          </a:bodyPr>
          <a:lstStyle/>
          <a:p>
            <a:pPr marL="0" indent="0" algn="r" rtl="0">
              <a:lnSpc>
                <a:spcPct val="100000"/>
              </a:lnSpc>
              <a:spcBef>
                <a:spcPts val="0"/>
              </a:spcBef>
              <a:spcAft>
                <a:spcPts val="0"/>
              </a:spcAft>
              <a:buNone/>
            </a:pPr>
            <a:r>
              <a:rPr lang="en-US" sz="4400" b="1" dirty="0">
                <a:solidFill>
                  <a:srgbClr val="8F82F5"/>
                </a:solidFill>
                <a:latin typeface="Tajawal"/>
                <a:ea typeface="Tajawal"/>
                <a:cs typeface="Tajawal"/>
              </a:rPr>
              <a:t>673</a:t>
            </a:r>
            <a:endParaRPr lang="ar-SA" sz="1200" dirty="0"/>
          </a:p>
        </p:txBody>
      </p:sp>
      <p:sp>
        <p:nvSpPr>
          <p:cNvPr id="203" name="Stat label 203"/>
          <p:cNvSpPr txBox="1"/>
          <p:nvPr/>
        </p:nvSpPr>
        <p:spPr>
          <a:xfrm>
            <a:off x="685800" y="3721608"/>
            <a:ext cx="3154680" cy="34747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50" b="0" dirty="0">
                <a:solidFill>
                  <a:srgbClr val="B4B1CC"/>
                </a:solidFill>
                <a:latin typeface="Tajawal"/>
                <a:ea typeface="Tajawal"/>
                <a:cs typeface="Tajawal"/>
              </a:rPr>
              <a:t>حالة خارج موقع إكسبو</a:t>
            </a:r>
            <a:endParaRPr lang="ar-SA" sz="1200" dirty="0"/>
          </a:p>
        </p:txBody>
      </p:sp>
    </p:spTree>
    <p:extLst>
      <p:ext uri="{BB962C8B-B14F-4D97-AF65-F5344CB8AC3E}">
        <p14:creationId xmlns:p14="http://schemas.microsoft.com/office/powerpoint/2010/main" val="67015628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700"/>
                                        <p:tgtEl>
                                          <p:spTgt spid="19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193"/>
                                        </p:tgtEl>
                                        <p:attrNameLst>
                                          <p:attrName>style.visibility</p:attrName>
                                        </p:attrNameLst>
                                      </p:cBhvr>
                                      <p:to>
                                        <p:strVal val="visible"/>
                                      </p:to>
                                    </p:set>
                                    <p:animEffect transition="in" filter="fade">
                                      <p:cBhvr>
                                        <p:cTn id="10" dur="600"/>
                                        <p:tgtEl>
                                          <p:spTgt spid="193"/>
                                        </p:tgtEl>
                                      </p:cBhvr>
                                    </p:animEffect>
                                    <p:anim calcmode="lin" valueType="num">
                                      <p:cBhvr>
                                        <p:cTn id="11" dur="600" fill="hold">
                                          <p:stCondLst>
                                            <p:cond delay="0"/>
                                          </p:stCondLst>
                                        </p:cTn>
                                        <p:tgtEl>
                                          <p:spTgt spid="193"/>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193"/>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194"/>
                                        </p:tgtEl>
                                        <p:attrNameLst>
                                          <p:attrName>style.visibility</p:attrName>
                                        </p:attrNameLst>
                                      </p:cBhvr>
                                      <p:to>
                                        <p:strVal val="visible"/>
                                      </p:to>
                                    </p:set>
                                    <p:animEffect transition="in" filter="fade">
                                      <p:cBhvr>
                                        <p:cTn id="15" dur="600"/>
                                        <p:tgtEl>
                                          <p:spTgt spid="194"/>
                                        </p:tgtEl>
                                      </p:cBhvr>
                                    </p:animEffect>
                                    <p:anim calcmode="lin" valueType="num">
                                      <p:cBhvr>
                                        <p:cTn id="16" dur="600" fill="hold">
                                          <p:stCondLst>
                                            <p:cond delay="0"/>
                                          </p:stCondLst>
                                        </p:cTn>
                                        <p:tgtEl>
                                          <p:spTgt spid="194"/>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194"/>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195"/>
                                        </p:tgtEl>
                                        <p:attrNameLst>
                                          <p:attrName>style.visibility</p:attrName>
                                        </p:attrNameLst>
                                      </p:cBhvr>
                                      <p:to>
                                        <p:strVal val="visible"/>
                                      </p:to>
                                    </p:set>
                                    <p:animEffect transition="in" filter="fade">
                                      <p:cBhvr>
                                        <p:cTn id="20" dur="600"/>
                                        <p:tgtEl>
                                          <p:spTgt spid="195"/>
                                        </p:tgtEl>
                                      </p:cBhvr>
                                    </p:animEffect>
                                    <p:anim calcmode="lin" valueType="num">
                                      <p:cBhvr>
                                        <p:cTn id="21" dur="600" fill="hold">
                                          <p:stCondLst>
                                            <p:cond delay="0"/>
                                          </p:stCondLst>
                                        </p:cTn>
                                        <p:tgtEl>
                                          <p:spTgt spid="195"/>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195"/>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197"/>
                                        </p:tgtEl>
                                        <p:attrNameLst>
                                          <p:attrName>style.visibility</p:attrName>
                                        </p:attrNameLst>
                                      </p:cBhvr>
                                      <p:to>
                                        <p:strVal val="visible"/>
                                      </p:to>
                                    </p:set>
                                    <p:animEffect transition="in" filter="fade">
                                      <p:cBhvr>
                                        <p:cTn id="25" dur="600"/>
                                        <p:tgtEl>
                                          <p:spTgt spid="197"/>
                                        </p:tgtEl>
                                      </p:cBhvr>
                                    </p:animEffect>
                                    <p:anim calcmode="lin" valueType="num">
                                      <p:cBhvr>
                                        <p:cTn id="26" dur="600" fill="hold">
                                          <p:stCondLst>
                                            <p:cond delay="0"/>
                                          </p:stCondLst>
                                        </p:cTn>
                                        <p:tgtEl>
                                          <p:spTgt spid="197"/>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197"/>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510"/>
                                  </p:stCondLst>
                                  <p:childTnLst>
                                    <p:set>
                                      <p:cBhvr>
                                        <p:cTn id="29" dur="1" fill="hold">
                                          <p:stCondLst>
                                            <p:cond delay="0"/>
                                          </p:stCondLst>
                                        </p:cTn>
                                        <p:tgtEl>
                                          <p:spTgt spid="198"/>
                                        </p:tgtEl>
                                        <p:attrNameLst>
                                          <p:attrName>style.visibility</p:attrName>
                                        </p:attrNameLst>
                                      </p:cBhvr>
                                      <p:to>
                                        <p:strVal val="visible"/>
                                      </p:to>
                                    </p:set>
                                    <p:animEffect transition="in" filter="fade">
                                      <p:cBhvr>
                                        <p:cTn id="30" dur="600"/>
                                        <p:tgtEl>
                                          <p:spTgt spid="198"/>
                                        </p:tgtEl>
                                      </p:cBhvr>
                                    </p:animEffect>
                                    <p:anim calcmode="lin" valueType="num">
                                      <p:cBhvr>
                                        <p:cTn id="31" dur="600" fill="hold">
                                          <p:stCondLst>
                                            <p:cond delay="0"/>
                                          </p:stCondLst>
                                        </p:cTn>
                                        <p:tgtEl>
                                          <p:spTgt spid="198"/>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198"/>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510"/>
                                  </p:stCondLst>
                                  <p:childTnLst>
                                    <p:set>
                                      <p:cBhvr>
                                        <p:cTn id="34" dur="1" fill="hold">
                                          <p:stCondLst>
                                            <p:cond delay="0"/>
                                          </p:stCondLst>
                                        </p:cTn>
                                        <p:tgtEl>
                                          <p:spTgt spid="200"/>
                                        </p:tgtEl>
                                        <p:attrNameLst>
                                          <p:attrName>style.visibility</p:attrName>
                                        </p:attrNameLst>
                                      </p:cBhvr>
                                      <p:to>
                                        <p:strVal val="visible"/>
                                      </p:to>
                                    </p:set>
                                    <p:animEffect transition="in" filter="fade">
                                      <p:cBhvr>
                                        <p:cTn id="35" dur="600"/>
                                        <p:tgtEl>
                                          <p:spTgt spid="200"/>
                                        </p:tgtEl>
                                      </p:cBhvr>
                                    </p:animEffect>
                                    <p:anim calcmode="lin" valueType="num">
                                      <p:cBhvr>
                                        <p:cTn id="36" dur="600" fill="hold">
                                          <p:stCondLst>
                                            <p:cond delay="0"/>
                                          </p:stCondLst>
                                        </p:cTn>
                                        <p:tgtEl>
                                          <p:spTgt spid="200"/>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200"/>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670"/>
                                  </p:stCondLst>
                                  <p:childTnLst>
                                    <p:set>
                                      <p:cBhvr>
                                        <p:cTn id="39" dur="1" fill="hold">
                                          <p:stCondLst>
                                            <p:cond delay="0"/>
                                          </p:stCondLst>
                                        </p:cTn>
                                        <p:tgtEl>
                                          <p:spTgt spid="201"/>
                                        </p:tgtEl>
                                        <p:attrNameLst>
                                          <p:attrName>style.visibility</p:attrName>
                                        </p:attrNameLst>
                                      </p:cBhvr>
                                      <p:to>
                                        <p:strVal val="visible"/>
                                      </p:to>
                                    </p:set>
                                    <p:animEffect transition="in" filter="fade">
                                      <p:cBhvr>
                                        <p:cTn id="40" dur="600"/>
                                        <p:tgtEl>
                                          <p:spTgt spid="201"/>
                                        </p:tgtEl>
                                      </p:cBhvr>
                                    </p:animEffect>
                                    <p:anim calcmode="lin" valueType="num">
                                      <p:cBhvr>
                                        <p:cTn id="41" dur="600" fill="hold">
                                          <p:stCondLst>
                                            <p:cond delay="0"/>
                                          </p:stCondLst>
                                        </p:cTn>
                                        <p:tgtEl>
                                          <p:spTgt spid="201"/>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201"/>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670"/>
                                  </p:stCondLst>
                                  <p:childTnLst>
                                    <p:set>
                                      <p:cBhvr>
                                        <p:cTn id="44" dur="1" fill="hold">
                                          <p:stCondLst>
                                            <p:cond delay="0"/>
                                          </p:stCondLst>
                                        </p:cTn>
                                        <p:tgtEl>
                                          <p:spTgt spid="203"/>
                                        </p:tgtEl>
                                        <p:attrNameLst>
                                          <p:attrName>style.visibility</p:attrName>
                                        </p:attrNameLst>
                                      </p:cBhvr>
                                      <p:to>
                                        <p:strVal val="visible"/>
                                      </p:to>
                                    </p:set>
                                    <p:animEffect transition="in" filter="fade">
                                      <p:cBhvr>
                                        <p:cTn id="45" dur="600"/>
                                        <p:tgtEl>
                                          <p:spTgt spid="203"/>
                                        </p:tgtEl>
                                      </p:cBhvr>
                                    </p:animEffect>
                                    <p:anim calcmode="lin" valueType="num">
                                      <p:cBhvr>
                                        <p:cTn id="46" dur="600" fill="hold">
                                          <p:stCondLst>
                                            <p:cond delay="0"/>
                                          </p:stCondLst>
                                        </p:cTn>
                                        <p:tgtEl>
                                          <p:spTgt spid="203"/>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203"/>
                                        </p:tgtEl>
                                        <p:attrNameLst>
                                          <p:attrName>ppt_y</p:attrName>
                                        </p:attrNameLst>
                                      </p:cBhvr>
                                      <p:tavLst>
                                        <p:tav tm="0">
                                          <p:val>
                                            <p:strVal val="#ppt_y+0.04"/>
                                          </p:val>
                                        </p:tav>
                                        <p:tav tm="100000">
                                          <p:val>
                                            <p:strVal val="#ppt_y"/>
                                          </p:val>
                                        </p:tav>
                                      </p:tavLst>
                                    </p:anim>
                                  </p:childTnLst>
                                </p:cTn>
                              </p:par>
                              <p:par>
                                <p:cTn id="48" presetID="1" presetClass="entr" presetSubtype="0" fill="hold" grpId="0" nodeType="withEffect">
                                  <p:stCondLst>
                                    <p:cond delay="600"/>
                                  </p:stCondLst>
                                  <p:childTnLst>
                                    <p:set>
                                      <p:cBhvr>
                                        <p:cTn id="49" dur="1" fill="hold">
                                          <p:stCondLst>
                                            <p:cond delay="0"/>
                                          </p:stCondLst>
                                        </p:cTn>
                                        <p:tgtEl>
                                          <p:spTgt spid="204"/>
                                        </p:tgtEl>
                                        <p:attrNameLst>
                                          <p:attrName>style.visibility</p:attrName>
                                        </p:attrNameLst>
                                      </p:cBhvr>
                                      <p:to>
                                        <p:strVal val="visible"/>
                                      </p:to>
                                    </p:set>
                                    <p:anim calcmode="discrete" valueType="num">
                                      <p:cBhvr additive="base">
                                        <p:cTn id="50" dur="1" fill="hold">
                                          <p:stCondLst>
                                            <p:cond delay="0"/>
                                          </p:stCondLst>
                                        </p:cTn>
                                        <p:tgtEl>
                                          <p:spTgt spid="204"/>
                                        </p:tgtEl>
                                        <p:attrNameLst>
                                          <p:attrName>ppt_x</p:attrName>
                                        </p:attrNameLst>
                                      </p:cBhvr>
                                      <p:tavLst>
                                        <p:tav tm="0">
                                          <p:val>
                                            <p:strVal val="#ppt_x-1"/>
                                          </p:val>
                                        </p:tav>
                                        <p:tav tm="100000">
                                          <p:val>
                                            <p:strVal val="#ppt_x-1"/>
                                          </p:val>
                                        </p:tav>
                                      </p:tavLst>
                                    </p:anim>
                                  </p:childTnLst>
                                </p:cTn>
                              </p:par>
                              <p:par>
                                <p:cTn id="51" presetID="1" presetClass="exit" presetSubtype="0" fill="hold" grpId="1" nodeType="withEffect">
                                  <p:stCondLst>
                                    <p:cond delay="638"/>
                                  </p:stCondLst>
                                  <p:childTnLst>
                                    <p:set>
                                      <p:cBhvr>
                                        <p:cTn id="52" dur="1" fill="hold">
                                          <p:stCondLst>
                                            <p:cond delay="0"/>
                                          </p:stCondLst>
                                        </p:cTn>
                                        <p:tgtEl>
                                          <p:spTgt spid="204"/>
                                        </p:tgtEl>
                                        <p:attrNameLst>
                                          <p:attrName>style.visibility</p:attrName>
                                        </p:attrNameLst>
                                      </p:cBhvr>
                                      <p:to>
                                        <p:strVal val="hidden"/>
                                      </p:to>
                                    </p:set>
                                  </p:childTnLst>
                                </p:cTn>
                              </p:par>
                              <p:par>
                                <p:cTn id="53" presetID="1" presetClass="entr" presetSubtype="0" fill="hold" grpId="0" nodeType="withEffect">
                                  <p:stCondLst>
                                    <p:cond delay="638"/>
                                  </p:stCondLst>
                                  <p:childTnLst>
                                    <p:set>
                                      <p:cBhvr>
                                        <p:cTn id="54" dur="1" fill="hold">
                                          <p:stCondLst>
                                            <p:cond delay="0"/>
                                          </p:stCondLst>
                                        </p:cTn>
                                        <p:tgtEl>
                                          <p:spTgt spid="205"/>
                                        </p:tgtEl>
                                        <p:attrNameLst>
                                          <p:attrName>style.visibility</p:attrName>
                                        </p:attrNameLst>
                                      </p:cBhvr>
                                      <p:to>
                                        <p:strVal val="visible"/>
                                      </p:to>
                                    </p:set>
                                    <p:anim calcmode="discrete" valueType="num">
                                      <p:cBhvr additive="base">
                                        <p:cTn id="55" dur="1" fill="hold">
                                          <p:stCondLst>
                                            <p:cond delay="0"/>
                                          </p:stCondLst>
                                        </p:cTn>
                                        <p:tgtEl>
                                          <p:spTgt spid="205"/>
                                        </p:tgtEl>
                                        <p:attrNameLst>
                                          <p:attrName>ppt_x</p:attrName>
                                        </p:attrNameLst>
                                      </p:cBhvr>
                                      <p:tavLst>
                                        <p:tav tm="0">
                                          <p:val>
                                            <p:strVal val="#ppt_x-1"/>
                                          </p:val>
                                        </p:tav>
                                        <p:tav tm="100000">
                                          <p:val>
                                            <p:strVal val="#ppt_x-1"/>
                                          </p:val>
                                        </p:tav>
                                      </p:tavLst>
                                    </p:anim>
                                  </p:childTnLst>
                                </p:cTn>
                              </p:par>
                              <p:par>
                                <p:cTn id="56" presetID="1" presetClass="exit" presetSubtype="0" fill="hold" grpId="1" nodeType="withEffect">
                                  <p:stCondLst>
                                    <p:cond delay="698"/>
                                  </p:stCondLst>
                                  <p:childTnLst>
                                    <p:set>
                                      <p:cBhvr>
                                        <p:cTn id="57" dur="1" fill="hold">
                                          <p:stCondLst>
                                            <p:cond delay="0"/>
                                          </p:stCondLst>
                                        </p:cTn>
                                        <p:tgtEl>
                                          <p:spTgt spid="205"/>
                                        </p:tgtEl>
                                        <p:attrNameLst>
                                          <p:attrName>style.visibility</p:attrName>
                                        </p:attrNameLst>
                                      </p:cBhvr>
                                      <p:to>
                                        <p:strVal val="hidden"/>
                                      </p:to>
                                    </p:set>
                                  </p:childTnLst>
                                </p:cTn>
                              </p:par>
                              <p:par>
                                <p:cTn id="58" presetID="1" presetClass="entr" presetSubtype="0" fill="hold" grpId="0" nodeType="withEffect">
                                  <p:stCondLst>
                                    <p:cond delay="698"/>
                                  </p:stCondLst>
                                  <p:childTnLst>
                                    <p:set>
                                      <p:cBhvr>
                                        <p:cTn id="59" dur="1" fill="hold">
                                          <p:stCondLst>
                                            <p:cond delay="0"/>
                                          </p:stCondLst>
                                        </p:cTn>
                                        <p:tgtEl>
                                          <p:spTgt spid="206"/>
                                        </p:tgtEl>
                                        <p:attrNameLst>
                                          <p:attrName>style.visibility</p:attrName>
                                        </p:attrNameLst>
                                      </p:cBhvr>
                                      <p:to>
                                        <p:strVal val="visible"/>
                                      </p:to>
                                    </p:set>
                                    <p:anim calcmode="discrete" valueType="num">
                                      <p:cBhvr additive="base">
                                        <p:cTn id="60" dur="1" fill="hold">
                                          <p:stCondLst>
                                            <p:cond delay="0"/>
                                          </p:stCondLst>
                                        </p:cTn>
                                        <p:tgtEl>
                                          <p:spTgt spid="206"/>
                                        </p:tgtEl>
                                        <p:attrNameLst>
                                          <p:attrName>ppt_x</p:attrName>
                                        </p:attrNameLst>
                                      </p:cBhvr>
                                      <p:tavLst>
                                        <p:tav tm="0">
                                          <p:val>
                                            <p:strVal val="#ppt_x-1"/>
                                          </p:val>
                                        </p:tav>
                                        <p:tav tm="100000">
                                          <p:val>
                                            <p:strVal val="#ppt_x-1"/>
                                          </p:val>
                                        </p:tav>
                                      </p:tavLst>
                                    </p:anim>
                                  </p:childTnLst>
                                </p:cTn>
                              </p:par>
                              <p:par>
                                <p:cTn id="61" presetID="1" presetClass="exit" presetSubtype="0" fill="hold" grpId="1" nodeType="withEffect">
                                  <p:stCondLst>
                                    <p:cond delay="770"/>
                                  </p:stCondLst>
                                  <p:childTnLst>
                                    <p:set>
                                      <p:cBhvr>
                                        <p:cTn id="62" dur="1" fill="hold">
                                          <p:stCondLst>
                                            <p:cond delay="0"/>
                                          </p:stCondLst>
                                        </p:cTn>
                                        <p:tgtEl>
                                          <p:spTgt spid="206"/>
                                        </p:tgtEl>
                                        <p:attrNameLst>
                                          <p:attrName>style.visibility</p:attrName>
                                        </p:attrNameLst>
                                      </p:cBhvr>
                                      <p:to>
                                        <p:strVal val="hidden"/>
                                      </p:to>
                                    </p:set>
                                  </p:childTnLst>
                                </p:cTn>
                              </p:par>
                              <p:par>
                                <p:cTn id="63" presetID="1" presetClass="entr" presetSubtype="0" fill="hold" grpId="0" nodeType="withEffect">
                                  <p:stCondLst>
                                    <p:cond delay="770"/>
                                  </p:stCondLst>
                                  <p:childTnLst>
                                    <p:set>
                                      <p:cBhvr>
                                        <p:cTn id="64" dur="1" fill="hold">
                                          <p:stCondLst>
                                            <p:cond delay="0"/>
                                          </p:stCondLst>
                                        </p:cTn>
                                        <p:tgtEl>
                                          <p:spTgt spid="207"/>
                                        </p:tgtEl>
                                        <p:attrNameLst>
                                          <p:attrName>style.visibility</p:attrName>
                                        </p:attrNameLst>
                                      </p:cBhvr>
                                      <p:to>
                                        <p:strVal val="visible"/>
                                      </p:to>
                                    </p:set>
                                    <p:anim calcmode="discrete" valueType="num">
                                      <p:cBhvr additive="base">
                                        <p:cTn id="65" dur="1" fill="hold">
                                          <p:stCondLst>
                                            <p:cond delay="0"/>
                                          </p:stCondLst>
                                        </p:cTn>
                                        <p:tgtEl>
                                          <p:spTgt spid="207"/>
                                        </p:tgtEl>
                                        <p:attrNameLst>
                                          <p:attrName>ppt_x</p:attrName>
                                        </p:attrNameLst>
                                      </p:cBhvr>
                                      <p:tavLst>
                                        <p:tav tm="0">
                                          <p:val>
                                            <p:strVal val="#ppt_x-1"/>
                                          </p:val>
                                        </p:tav>
                                        <p:tav tm="100000">
                                          <p:val>
                                            <p:strVal val="#ppt_x-1"/>
                                          </p:val>
                                        </p:tav>
                                      </p:tavLst>
                                    </p:anim>
                                  </p:childTnLst>
                                </p:cTn>
                              </p:par>
                              <p:par>
                                <p:cTn id="66" presetID="1" presetClass="exit" presetSubtype="0" fill="hold" grpId="1" nodeType="withEffect">
                                  <p:stCondLst>
                                    <p:cond delay="851"/>
                                  </p:stCondLst>
                                  <p:childTnLst>
                                    <p:set>
                                      <p:cBhvr>
                                        <p:cTn id="67" dur="1" fill="hold">
                                          <p:stCondLst>
                                            <p:cond delay="0"/>
                                          </p:stCondLst>
                                        </p:cTn>
                                        <p:tgtEl>
                                          <p:spTgt spid="207"/>
                                        </p:tgtEl>
                                        <p:attrNameLst>
                                          <p:attrName>style.visibility</p:attrName>
                                        </p:attrNameLst>
                                      </p:cBhvr>
                                      <p:to>
                                        <p:strVal val="hidden"/>
                                      </p:to>
                                    </p:set>
                                  </p:childTnLst>
                                </p:cTn>
                              </p:par>
                              <p:par>
                                <p:cTn id="68" presetID="1" presetClass="entr" presetSubtype="0" fill="hold" grpId="0" nodeType="withEffect">
                                  <p:stCondLst>
                                    <p:cond delay="851"/>
                                  </p:stCondLst>
                                  <p:childTnLst>
                                    <p:set>
                                      <p:cBhvr>
                                        <p:cTn id="69" dur="1" fill="hold">
                                          <p:stCondLst>
                                            <p:cond delay="0"/>
                                          </p:stCondLst>
                                        </p:cTn>
                                        <p:tgtEl>
                                          <p:spTgt spid="208"/>
                                        </p:tgtEl>
                                        <p:attrNameLst>
                                          <p:attrName>style.visibility</p:attrName>
                                        </p:attrNameLst>
                                      </p:cBhvr>
                                      <p:to>
                                        <p:strVal val="visible"/>
                                      </p:to>
                                    </p:set>
                                    <p:anim calcmode="discrete" valueType="num">
                                      <p:cBhvr additive="base">
                                        <p:cTn id="70" dur="1" fill="hold">
                                          <p:stCondLst>
                                            <p:cond delay="0"/>
                                          </p:stCondLst>
                                        </p:cTn>
                                        <p:tgtEl>
                                          <p:spTgt spid="208"/>
                                        </p:tgtEl>
                                        <p:attrNameLst>
                                          <p:attrName>ppt_x</p:attrName>
                                        </p:attrNameLst>
                                      </p:cBhvr>
                                      <p:tavLst>
                                        <p:tav tm="0">
                                          <p:val>
                                            <p:strVal val="#ppt_x-1"/>
                                          </p:val>
                                        </p:tav>
                                        <p:tav tm="100000">
                                          <p:val>
                                            <p:strVal val="#ppt_x-1"/>
                                          </p:val>
                                        </p:tav>
                                      </p:tavLst>
                                    </p:anim>
                                  </p:childTnLst>
                                </p:cTn>
                              </p:par>
                              <p:par>
                                <p:cTn id="71" presetID="1" presetClass="exit" presetSubtype="0" fill="hold" grpId="1" nodeType="withEffect">
                                  <p:stCondLst>
                                    <p:cond delay="940"/>
                                  </p:stCondLst>
                                  <p:childTnLst>
                                    <p:set>
                                      <p:cBhvr>
                                        <p:cTn id="72" dur="1" fill="hold">
                                          <p:stCondLst>
                                            <p:cond delay="0"/>
                                          </p:stCondLst>
                                        </p:cTn>
                                        <p:tgtEl>
                                          <p:spTgt spid="208"/>
                                        </p:tgtEl>
                                        <p:attrNameLst>
                                          <p:attrName>style.visibility</p:attrName>
                                        </p:attrNameLst>
                                      </p:cBhvr>
                                      <p:to>
                                        <p:strVal val="hidden"/>
                                      </p:to>
                                    </p:set>
                                  </p:childTnLst>
                                </p:cTn>
                              </p:par>
                              <p:par>
                                <p:cTn id="73" presetID="1" presetClass="entr" presetSubtype="0" fill="hold" grpId="0" nodeType="withEffect">
                                  <p:stCondLst>
                                    <p:cond delay="940"/>
                                  </p:stCondLst>
                                  <p:childTnLst>
                                    <p:set>
                                      <p:cBhvr>
                                        <p:cTn id="74" dur="1" fill="hold">
                                          <p:stCondLst>
                                            <p:cond delay="0"/>
                                          </p:stCondLst>
                                        </p:cTn>
                                        <p:tgtEl>
                                          <p:spTgt spid="209"/>
                                        </p:tgtEl>
                                        <p:attrNameLst>
                                          <p:attrName>style.visibility</p:attrName>
                                        </p:attrNameLst>
                                      </p:cBhvr>
                                      <p:to>
                                        <p:strVal val="visible"/>
                                      </p:to>
                                    </p:set>
                                    <p:anim calcmode="discrete" valueType="num">
                                      <p:cBhvr additive="base">
                                        <p:cTn id="75" dur="1" fill="hold">
                                          <p:stCondLst>
                                            <p:cond delay="0"/>
                                          </p:stCondLst>
                                        </p:cTn>
                                        <p:tgtEl>
                                          <p:spTgt spid="209"/>
                                        </p:tgtEl>
                                        <p:attrNameLst>
                                          <p:attrName>ppt_x</p:attrName>
                                        </p:attrNameLst>
                                      </p:cBhvr>
                                      <p:tavLst>
                                        <p:tav tm="0">
                                          <p:val>
                                            <p:strVal val="#ppt_x-1"/>
                                          </p:val>
                                        </p:tav>
                                        <p:tav tm="100000">
                                          <p:val>
                                            <p:strVal val="#ppt_x-1"/>
                                          </p:val>
                                        </p:tav>
                                      </p:tavLst>
                                    </p:anim>
                                  </p:childTnLst>
                                </p:cTn>
                              </p:par>
                              <p:par>
                                <p:cTn id="76" presetID="1" presetClass="exit" presetSubtype="0" fill="hold" grpId="1" nodeType="withEffect">
                                  <p:stCondLst>
                                    <p:cond delay="1035"/>
                                  </p:stCondLst>
                                  <p:childTnLst>
                                    <p:set>
                                      <p:cBhvr>
                                        <p:cTn id="77" dur="1" fill="hold">
                                          <p:stCondLst>
                                            <p:cond delay="0"/>
                                          </p:stCondLst>
                                        </p:cTn>
                                        <p:tgtEl>
                                          <p:spTgt spid="209"/>
                                        </p:tgtEl>
                                        <p:attrNameLst>
                                          <p:attrName>style.visibility</p:attrName>
                                        </p:attrNameLst>
                                      </p:cBhvr>
                                      <p:to>
                                        <p:strVal val="hidden"/>
                                      </p:to>
                                    </p:set>
                                  </p:childTnLst>
                                </p:cTn>
                              </p:par>
                              <p:par>
                                <p:cTn id="78" presetID="1" presetClass="entr" presetSubtype="0" fill="hold" grpId="0" nodeType="withEffect">
                                  <p:stCondLst>
                                    <p:cond delay="1035"/>
                                  </p:stCondLst>
                                  <p:childTnLst>
                                    <p:set>
                                      <p:cBhvr>
                                        <p:cTn id="79" dur="1" fill="hold">
                                          <p:stCondLst>
                                            <p:cond delay="0"/>
                                          </p:stCondLst>
                                        </p:cTn>
                                        <p:tgtEl>
                                          <p:spTgt spid="210"/>
                                        </p:tgtEl>
                                        <p:attrNameLst>
                                          <p:attrName>style.visibility</p:attrName>
                                        </p:attrNameLst>
                                      </p:cBhvr>
                                      <p:to>
                                        <p:strVal val="visible"/>
                                      </p:to>
                                    </p:set>
                                    <p:anim calcmode="discrete" valueType="num">
                                      <p:cBhvr additive="base">
                                        <p:cTn id="80" dur="1" fill="hold">
                                          <p:stCondLst>
                                            <p:cond delay="0"/>
                                          </p:stCondLst>
                                        </p:cTn>
                                        <p:tgtEl>
                                          <p:spTgt spid="210"/>
                                        </p:tgtEl>
                                        <p:attrNameLst>
                                          <p:attrName>ppt_x</p:attrName>
                                        </p:attrNameLst>
                                      </p:cBhvr>
                                      <p:tavLst>
                                        <p:tav tm="0">
                                          <p:val>
                                            <p:strVal val="#ppt_x-1"/>
                                          </p:val>
                                        </p:tav>
                                        <p:tav tm="100000">
                                          <p:val>
                                            <p:strVal val="#ppt_x-1"/>
                                          </p:val>
                                        </p:tav>
                                      </p:tavLst>
                                    </p:anim>
                                  </p:childTnLst>
                                </p:cTn>
                              </p:par>
                              <p:par>
                                <p:cTn id="81" presetID="1" presetClass="exit" presetSubtype="0" fill="hold" grpId="1" nodeType="withEffect">
                                  <p:stCondLst>
                                    <p:cond delay="1136"/>
                                  </p:stCondLst>
                                  <p:childTnLst>
                                    <p:set>
                                      <p:cBhvr>
                                        <p:cTn id="82" dur="1" fill="hold">
                                          <p:stCondLst>
                                            <p:cond delay="0"/>
                                          </p:stCondLst>
                                        </p:cTn>
                                        <p:tgtEl>
                                          <p:spTgt spid="210"/>
                                        </p:tgtEl>
                                        <p:attrNameLst>
                                          <p:attrName>style.visibility</p:attrName>
                                        </p:attrNameLst>
                                      </p:cBhvr>
                                      <p:to>
                                        <p:strVal val="hidden"/>
                                      </p:to>
                                    </p:set>
                                  </p:childTnLst>
                                </p:cTn>
                              </p:par>
                              <p:par>
                                <p:cTn id="83" presetID="1" presetClass="entr" presetSubtype="0" fill="hold" grpId="0" nodeType="withEffect">
                                  <p:stCondLst>
                                    <p:cond delay="1136"/>
                                  </p:stCondLst>
                                  <p:childTnLst>
                                    <p:set>
                                      <p:cBhvr>
                                        <p:cTn id="84" dur="1" fill="hold">
                                          <p:stCondLst>
                                            <p:cond delay="0"/>
                                          </p:stCondLst>
                                        </p:cTn>
                                        <p:tgtEl>
                                          <p:spTgt spid="211"/>
                                        </p:tgtEl>
                                        <p:attrNameLst>
                                          <p:attrName>style.visibility</p:attrName>
                                        </p:attrNameLst>
                                      </p:cBhvr>
                                      <p:to>
                                        <p:strVal val="visible"/>
                                      </p:to>
                                    </p:set>
                                    <p:anim calcmode="discrete" valueType="num">
                                      <p:cBhvr additive="base">
                                        <p:cTn id="85" dur="1" fill="hold">
                                          <p:stCondLst>
                                            <p:cond delay="0"/>
                                          </p:stCondLst>
                                        </p:cTn>
                                        <p:tgtEl>
                                          <p:spTgt spid="211"/>
                                        </p:tgtEl>
                                        <p:attrNameLst>
                                          <p:attrName>ppt_x</p:attrName>
                                        </p:attrNameLst>
                                      </p:cBhvr>
                                      <p:tavLst>
                                        <p:tav tm="0">
                                          <p:val>
                                            <p:strVal val="#ppt_x-1"/>
                                          </p:val>
                                        </p:tav>
                                        <p:tav tm="100000">
                                          <p:val>
                                            <p:strVal val="#ppt_x-1"/>
                                          </p:val>
                                        </p:tav>
                                      </p:tavLst>
                                    </p:anim>
                                  </p:childTnLst>
                                </p:cTn>
                              </p:par>
                              <p:par>
                                <p:cTn id="86" presetID="1" presetClass="exit" presetSubtype="0" fill="hold" grpId="1" nodeType="withEffect">
                                  <p:stCondLst>
                                    <p:cond delay="1242"/>
                                  </p:stCondLst>
                                  <p:childTnLst>
                                    <p:set>
                                      <p:cBhvr>
                                        <p:cTn id="87" dur="1" fill="hold">
                                          <p:stCondLst>
                                            <p:cond delay="0"/>
                                          </p:stCondLst>
                                        </p:cTn>
                                        <p:tgtEl>
                                          <p:spTgt spid="211"/>
                                        </p:tgtEl>
                                        <p:attrNameLst>
                                          <p:attrName>style.visibility</p:attrName>
                                        </p:attrNameLst>
                                      </p:cBhvr>
                                      <p:to>
                                        <p:strVal val="hidden"/>
                                      </p:to>
                                    </p:set>
                                  </p:childTnLst>
                                </p:cTn>
                              </p:par>
                              <p:par>
                                <p:cTn id="88" presetID="1" presetClass="entr" presetSubtype="0" fill="hold" grpId="0" nodeType="withEffect">
                                  <p:stCondLst>
                                    <p:cond delay="1242"/>
                                  </p:stCondLst>
                                  <p:childTnLst>
                                    <p:set>
                                      <p:cBhvr>
                                        <p:cTn id="89" dur="1" fill="hold">
                                          <p:stCondLst>
                                            <p:cond delay="0"/>
                                          </p:stCondLst>
                                        </p:cTn>
                                        <p:tgtEl>
                                          <p:spTgt spid="212"/>
                                        </p:tgtEl>
                                        <p:attrNameLst>
                                          <p:attrName>style.visibility</p:attrName>
                                        </p:attrNameLst>
                                      </p:cBhvr>
                                      <p:to>
                                        <p:strVal val="visible"/>
                                      </p:to>
                                    </p:set>
                                    <p:anim calcmode="discrete" valueType="num">
                                      <p:cBhvr additive="base">
                                        <p:cTn id="90" dur="1" fill="hold">
                                          <p:stCondLst>
                                            <p:cond delay="0"/>
                                          </p:stCondLst>
                                        </p:cTn>
                                        <p:tgtEl>
                                          <p:spTgt spid="212"/>
                                        </p:tgtEl>
                                        <p:attrNameLst>
                                          <p:attrName>ppt_x</p:attrName>
                                        </p:attrNameLst>
                                      </p:cBhvr>
                                      <p:tavLst>
                                        <p:tav tm="0">
                                          <p:val>
                                            <p:strVal val="#ppt_x-1"/>
                                          </p:val>
                                        </p:tav>
                                        <p:tav tm="100000">
                                          <p:val>
                                            <p:strVal val="#ppt_x-1"/>
                                          </p:val>
                                        </p:tav>
                                      </p:tavLst>
                                    </p:anim>
                                  </p:childTnLst>
                                </p:cTn>
                              </p:par>
                              <p:par>
                                <p:cTn id="91" presetID="1" presetClass="exit" presetSubtype="0" fill="hold" grpId="1" nodeType="withEffect">
                                  <p:stCondLst>
                                    <p:cond delay="1352"/>
                                  </p:stCondLst>
                                  <p:childTnLst>
                                    <p:set>
                                      <p:cBhvr>
                                        <p:cTn id="92" dur="1" fill="hold">
                                          <p:stCondLst>
                                            <p:cond delay="0"/>
                                          </p:stCondLst>
                                        </p:cTn>
                                        <p:tgtEl>
                                          <p:spTgt spid="212"/>
                                        </p:tgtEl>
                                        <p:attrNameLst>
                                          <p:attrName>style.visibility</p:attrName>
                                        </p:attrNameLst>
                                      </p:cBhvr>
                                      <p:to>
                                        <p:strVal val="hidden"/>
                                      </p:to>
                                    </p:set>
                                  </p:childTnLst>
                                </p:cTn>
                              </p:par>
                              <p:par>
                                <p:cTn id="93" presetID="1" presetClass="entr" presetSubtype="0" fill="hold" grpId="0" nodeType="withEffect">
                                  <p:stCondLst>
                                    <p:cond delay="1352"/>
                                  </p:stCondLst>
                                  <p:childTnLst>
                                    <p:set>
                                      <p:cBhvr>
                                        <p:cTn id="94" dur="1" fill="hold">
                                          <p:stCondLst>
                                            <p:cond delay="0"/>
                                          </p:stCondLst>
                                        </p:cTn>
                                        <p:tgtEl>
                                          <p:spTgt spid="213"/>
                                        </p:tgtEl>
                                        <p:attrNameLst>
                                          <p:attrName>style.visibility</p:attrName>
                                        </p:attrNameLst>
                                      </p:cBhvr>
                                      <p:to>
                                        <p:strVal val="visible"/>
                                      </p:to>
                                    </p:set>
                                    <p:anim calcmode="discrete" valueType="num">
                                      <p:cBhvr additive="base">
                                        <p:cTn id="95" dur="1" fill="hold">
                                          <p:stCondLst>
                                            <p:cond delay="0"/>
                                          </p:stCondLst>
                                        </p:cTn>
                                        <p:tgtEl>
                                          <p:spTgt spid="213"/>
                                        </p:tgtEl>
                                        <p:attrNameLst>
                                          <p:attrName>ppt_x</p:attrName>
                                        </p:attrNameLst>
                                      </p:cBhvr>
                                      <p:tavLst>
                                        <p:tav tm="0">
                                          <p:val>
                                            <p:strVal val="#ppt_x-1"/>
                                          </p:val>
                                        </p:tav>
                                        <p:tav tm="100000">
                                          <p:val>
                                            <p:strVal val="#ppt_x-1"/>
                                          </p:val>
                                        </p:tav>
                                      </p:tavLst>
                                    </p:anim>
                                  </p:childTnLst>
                                </p:cTn>
                              </p:par>
                              <p:par>
                                <p:cTn id="96" presetID="1" presetClass="exit" presetSubtype="0" fill="hold" grpId="1" nodeType="withEffect">
                                  <p:stCondLst>
                                    <p:cond delay="1467"/>
                                  </p:stCondLst>
                                  <p:childTnLst>
                                    <p:set>
                                      <p:cBhvr>
                                        <p:cTn id="97" dur="1" fill="hold">
                                          <p:stCondLst>
                                            <p:cond delay="0"/>
                                          </p:stCondLst>
                                        </p:cTn>
                                        <p:tgtEl>
                                          <p:spTgt spid="213"/>
                                        </p:tgtEl>
                                        <p:attrNameLst>
                                          <p:attrName>style.visibility</p:attrName>
                                        </p:attrNameLst>
                                      </p:cBhvr>
                                      <p:to>
                                        <p:strVal val="hidden"/>
                                      </p:to>
                                    </p:set>
                                  </p:childTnLst>
                                </p:cTn>
                              </p:par>
                              <p:par>
                                <p:cTn id="98" presetID="1" presetClass="entr" presetSubtype="0" fill="hold" grpId="0" nodeType="withEffect">
                                  <p:stCondLst>
                                    <p:cond delay="1467"/>
                                  </p:stCondLst>
                                  <p:childTnLst>
                                    <p:set>
                                      <p:cBhvr>
                                        <p:cTn id="99" dur="1" fill="hold">
                                          <p:stCondLst>
                                            <p:cond delay="0"/>
                                          </p:stCondLst>
                                        </p:cTn>
                                        <p:tgtEl>
                                          <p:spTgt spid="214"/>
                                        </p:tgtEl>
                                        <p:attrNameLst>
                                          <p:attrName>style.visibility</p:attrName>
                                        </p:attrNameLst>
                                      </p:cBhvr>
                                      <p:to>
                                        <p:strVal val="visible"/>
                                      </p:to>
                                    </p:set>
                                    <p:anim calcmode="discrete" valueType="num">
                                      <p:cBhvr additive="base">
                                        <p:cTn id="100" dur="1" fill="hold">
                                          <p:stCondLst>
                                            <p:cond delay="0"/>
                                          </p:stCondLst>
                                        </p:cTn>
                                        <p:tgtEl>
                                          <p:spTgt spid="214"/>
                                        </p:tgtEl>
                                        <p:attrNameLst>
                                          <p:attrName>ppt_x</p:attrName>
                                        </p:attrNameLst>
                                      </p:cBhvr>
                                      <p:tavLst>
                                        <p:tav tm="0">
                                          <p:val>
                                            <p:strVal val="#ppt_x-1"/>
                                          </p:val>
                                        </p:tav>
                                        <p:tav tm="100000">
                                          <p:val>
                                            <p:strVal val="#ppt_x-1"/>
                                          </p:val>
                                        </p:tav>
                                      </p:tavLst>
                                    </p:anim>
                                  </p:childTnLst>
                                </p:cTn>
                              </p:par>
                              <p:par>
                                <p:cTn id="101" presetID="1" presetClass="exit" presetSubtype="0" fill="hold" grpId="1" nodeType="withEffect">
                                  <p:stCondLst>
                                    <p:cond delay="1586"/>
                                  </p:stCondLst>
                                  <p:childTnLst>
                                    <p:set>
                                      <p:cBhvr>
                                        <p:cTn id="102" dur="1" fill="hold">
                                          <p:stCondLst>
                                            <p:cond delay="0"/>
                                          </p:stCondLst>
                                        </p:cTn>
                                        <p:tgtEl>
                                          <p:spTgt spid="214"/>
                                        </p:tgtEl>
                                        <p:attrNameLst>
                                          <p:attrName>style.visibility</p:attrName>
                                        </p:attrNameLst>
                                      </p:cBhvr>
                                      <p:to>
                                        <p:strVal val="hidden"/>
                                      </p:to>
                                    </p:set>
                                  </p:childTnLst>
                                </p:cTn>
                              </p:par>
                              <p:par>
                                <p:cTn id="103" presetID="1" presetClass="entr" presetSubtype="0" fill="hold" grpId="0" nodeType="withEffect">
                                  <p:stCondLst>
                                    <p:cond delay="1586"/>
                                  </p:stCondLst>
                                  <p:childTnLst>
                                    <p:set>
                                      <p:cBhvr>
                                        <p:cTn id="104" dur="1" fill="hold">
                                          <p:stCondLst>
                                            <p:cond delay="0"/>
                                          </p:stCondLst>
                                        </p:cTn>
                                        <p:tgtEl>
                                          <p:spTgt spid="215"/>
                                        </p:tgtEl>
                                        <p:attrNameLst>
                                          <p:attrName>style.visibility</p:attrName>
                                        </p:attrNameLst>
                                      </p:cBhvr>
                                      <p:to>
                                        <p:strVal val="visible"/>
                                      </p:to>
                                    </p:set>
                                    <p:anim calcmode="discrete" valueType="num">
                                      <p:cBhvr additive="base">
                                        <p:cTn id="105" dur="1" fill="hold">
                                          <p:stCondLst>
                                            <p:cond delay="0"/>
                                          </p:stCondLst>
                                        </p:cTn>
                                        <p:tgtEl>
                                          <p:spTgt spid="215"/>
                                        </p:tgtEl>
                                        <p:attrNameLst>
                                          <p:attrName>ppt_x</p:attrName>
                                        </p:attrNameLst>
                                      </p:cBhvr>
                                      <p:tavLst>
                                        <p:tav tm="0">
                                          <p:val>
                                            <p:strVal val="#ppt_x-1"/>
                                          </p:val>
                                        </p:tav>
                                        <p:tav tm="100000">
                                          <p:val>
                                            <p:strVal val="#ppt_x-1"/>
                                          </p:val>
                                        </p:tav>
                                      </p:tavLst>
                                    </p:anim>
                                  </p:childTnLst>
                                </p:cTn>
                              </p:par>
                              <p:par>
                                <p:cTn id="106" presetID="1" presetClass="exit" presetSubtype="0" fill="hold" grpId="1" nodeType="withEffect">
                                  <p:stCondLst>
                                    <p:cond delay="1709"/>
                                  </p:stCondLst>
                                  <p:childTnLst>
                                    <p:set>
                                      <p:cBhvr>
                                        <p:cTn id="107" dur="1" fill="hold">
                                          <p:stCondLst>
                                            <p:cond delay="0"/>
                                          </p:stCondLst>
                                        </p:cTn>
                                        <p:tgtEl>
                                          <p:spTgt spid="215"/>
                                        </p:tgtEl>
                                        <p:attrNameLst>
                                          <p:attrName>style.visibility</p:attrName>
                                        </p:attrNameLst>
                                      </p:cBhvr>
                                      <p:to>
                                        <p:strVal val="hidden"/>
                                      </p:to>
                                    </p:set>
                                  </p:childTnLst>
                                </p:cTn>
                              </p:par>
                              <p:par>
                                <p:cTn id="108" presetID="1" presetClass="entr" presetSubtype="0" fill="hold" grpId="0" nodeType="withEffect">
                                  <p:stCondLst>
                                    <p:cond delay="1709"/>
                                  </p:stCondLst>
                                  <p:childTnLst>
                                    <p:set>
                                      <p:cBhvr>
                                        <p:cTn id="109" dur="1" fill="hold">
                                          <p:stCondLst>
                                            <p:cond delay="0"/>
                                          </p:stCondLst>
                                        </p:cTn>
                                        <p:tgtEl>
                                          <p:spTgt spid="216"/>
                                        </p:tgtEl>
                                        <p:attrNameLst>
                                          <p:attrName>style.visibility</p:attrName>
                                        </p:attrNameLst>
                                      </p:cBhvr>
                                      <p:to>
                                        <p:strVal val="visible"/>
                                      </p:to>
                                    </p:set>
                                    <p:anim calcmode="discrete" valueType="num">
                                      <p:cBhvr additive="base">
                                        <p:cTn id="110" dur="1" fill="hold">
                                          <p:stCondLst>
                                            <p:cond delay="0"/>
                                          </p:stCondLst>
                                        </p:cTn>
                                        <p:tgtEl>
                                          <p:spTgt spid="216"/>
                                        </p:tgtEl>
                                        <p:attrNameLst>
                                          <p:attrName>ppt_x</p:attrName>
                                        </p:attrNameLst>
                                      </p:cBhvr>
                                      <p:tavLst>
                                        <p:tav tm="0">
                                          <p:val>
                                            <p:strVal val="#ppt_x-1"/>
                                          </p:val>
                                        </p:tav>
                                        <p:tav tm="100000">
                                          <p:val>
                                            <p:strVal val="#ppt_x-1"/>
                                          </p:val>
                                        </p:tav>
                                      </p:tavLst>
                                    </p:anim>
                                  </p:childTnLst>
                                </p:cTn>
                              </p:par>
                              <p:par>
                                <p:cTn id="111" presetID="1" presetClass="exit" presetSubtype="0" fill="hold" grpId="1" nodeType="withEffect">
                                  <p:stCondLst>
                                    <p:cond delay="1836"/>
                                  </p:stCondLst>
                                  <p:childTnLst>
                                    <p:set>
                                      <p:cBhvr>
                                        <p:cTn id="112" dur="1" fill="hold">
                                          <p:stCondLst>
                                            <p:cond delay="0"/>
                                          </p:stCondLst>
                                        </p:cTn>
                                        <p:tgtEl>
                                          <p:spTgt spid="216"/>
                                        </p:tgtEl>
                                        <p:attrNameLst>
                                          <p:attrName>style.visibility</p:attrName>
                                        </p:attrNameLst>
                                      </p:cBhvr>
                                      <p:to>
                                        <p:strVal val="hidden"/>
                                      </p:to>
                                    </p:set>
                                  </p:childTnLst>
                                </p:cTn>
                              </p:par>
                              <p:par>
                                <p:cTn id="113" presetID="1" presetClass="entr" presetSubtype="0" fill="hold" grpId="0" nodeType="withEffect">
                                  <p:stCondLst>
                                    <p:cond delay="1836"/>
                                  </p:stCondLst>
                                  <p:childTnLst>
                                    <p:set>
                                      <p:cBhvr>
                                        <p:cTn id="114" dur="1" fill="hold">
                                          <p:stCondLst>
                                            <p:cond delay="0"/>
                                          </p:stCondLst>
                                        </p:cTn>
                                        <p:tgtEl>
                                          <p:spTgt spid="217"/>
                                        </p:tgtEl>
                                        <p:attrNameLst>
                                          <p:attrName>style.visibility</p:attrName>
                                        </p:attrNameLst>
                                      </p:cBhvr>
                                      <p:to>
                                        <p:strVal val="visible"/>
                                      </p:to>
                                    </p:set>
                                    <p:anim calcmode="discrete" valueType="num">
                                      <p:cBhvr additive="base">
                                        <p:cTn id="115" dur="1" fill="hold">
                                          <p:stCondLst>
                                            <p:cond delay="0"/>
                                          </p:stCondLst>
                                        </p:cTn>
                                        <p:tgtEl>
                                          <p:spTgt spid="217"/>
                                        </p:tgtEl>
                                        <p:attrNameLst>
                                          <p:attrName>ppt_x</p:attrName>
                                        </p:attrNameLst>
                                      </p:cBhvr>
                                      <p:tavLst>
                                        <p:tav tm="0">
                                          <p:val>
                                            <p:strVal val="#ppt_x-1"/>
                                          </p:val>
                                        </p:tav>
                                        <p:tav tm="100000">
                                          <p:val>
                                            <p:strVal val="#ppt_x-1"/>
                                          </p:val>
                                        </p:tav>
                                      </p:tavLst>
                                    </p:anim>
                                  </p:childTnLst>
                                </p:cTn>
                              </p:par>
                              <p:par>
                                <p:cTn id="116" presetID="1" presetClass="exit" presetSubtype="0" fill="hold" grpId="1" nodeType="withEffect">
                                  <p:stCondLst>
                                    <p:cond delay="1966"/>
                                  </p:stCondLst>
                                  <p:childTnLst>
                                    <p:set>
                                      <p:cBhvr>
                                        <p:cTn id="117" dur="1" fill="hold">
                                          <p:stCondLst>
                                            <p:cond delay="0"/>
                                          </p:stCondLst>
                                        </p:cTn>
                                        <p:tgtEl>
                                          <p:spTgt spid="217"/>
                                        </p:tgtEl>
                                        <p:attrNameLst>
                                          <p:attrName>style.visibility</p:attrName>
                                        </p:attrNameLst>
                                      </p:cBhvr>
                                      <p:to>
                                        <p:strVal val="hidden"/>
                                      </p:to>
                                    </p:set>
                                  </p:childTnLst>
                                </p:cTn>
                              </p:par>
                              <p:par>
                                <p:cTn id="118" presetID="1" presetClass="entr" presetSubtype="0" fill="hold" grpId="0" nodeType="withEffect">
                                  <p:stCondLst>
                                    <p:cond delay="1966"/>
                                  </p:stCondLst>
                                  <p:childTnLst>
                                    <p:set>
                                      <p:cBhvr>
                                        <p:cTn id="119" dur="1" fill="hold">
                                          <p:stCondLst>
                                            <p:cond delay="0"/>
                                          </p:stCondLst>
                                        </p:cTn>
                                        <p:tgtEl>
                                          <p:spTgt spid="218"/>
                                        </p:tgtEl>
                                        <p:attrNameLst>
                                          <p:attrName>style.visibility</p:attrName>
                                        </p:attrNameLst>
                                      </p:cBhvr>
                                      <p:to>
                                        <p:strVal val="visible"/>
                                      </p:to>
                                    </p:set>
                                    <p:anim calcmode="discrete" valueType="num">
                                      <p:cBhvr additive="base">
                                        <p:cTn id="120" dur="1" fill="hold">
                                          <p:stCondLst>
                                            <p:cond delay="0"/>
                                          </p:stCondLst>
                                        </p:cTn>
                                        <p:tgtEl>
                                          <p:spTgt spid="218"/>
                                        </p:tgtEl>
                                        <p:attrNameLst>
                                          <p:attrName>ppt_x</p:attrName>
                                        </p:attrNameLst>
                                      </p:cBhvr>
                                      <p:tavLst>
                                        <p:tav tm="0">
                                          <p:val>
                                            <p:strVal val="#ppt_x-1"/>
                                          </p:val>
                                        </p:tav>
                                        <p:tav tm="100000">
                                          <p:val>
                                            <p:strVal val="#ppt_x-1"/>
                                          </p:val>
                                        </p:tav>
                                      </p:tavLst>
                                    </p:anim>
                                  </p:childTnLst>
                                </p:cTn>
                              </p:par>
                              <p:par>
                                <p:cTn id="121" presetID="1" presetClass="exit" presetSubtype="0" fill="hold" grpId="1" nodeType="withEffect">
                                  <p:stCondLst>
                                    <p:cond delay="2100"/>
                                  </p:stCondLst>
                                  <p:childTnLst>
                                    <p:set>
                                      <p:cBhvr>
                                        <p:cTn id="122" dur="1" fill="hold">
                                          <p:stCondLst>
                                            <p:cond delay="0"/>
                                          </p:stCondLst>
                                        </p:cTn>
                                        <p:tgtEl>
                                          <p:spTgt spid="218"/>
                                        </p:tgtEl>
                                        <p:attrNameLst>
                                          <p:attrName>style.visibility</p:attrName>
                                        </p:attrNameLst>
                                      </p:cBhvr>
                                      <p:to>
                                        <p:strVal val="hidden"/>
                                      </p:to>
                                    </p:set>
                                  </p:childTnLst>
                                </p:cTn>
                              </p:par>
                              <p:par>
                                <p:cTn id="123" presetID="10" presetClass="entr" presetSubtype="0" fill="hold" grpId="0" nodeType="withEffect">
                                  <p:stCondLst>
                                    <p:cond delay="2100"/>
                                  </p:stCondLst>
                                  <p:childTnLst>
                                    <p:set>
                                      <p:cBhvr>
                                        <p:cTn id="124" dur="1" fill="hold">
                                          <p:stCondLst>
                                            <p:cond delay="0"/>
                                          </p:stCondLst>
                                        </p:cTn>
                                        <p:tgtEl>
                                          <p:spTgt spid="196"/>
                                        </p:tgtEl>
                                        <p:attrNameLst>
                                          <p:attrName>style.visibility</p:attrName>
                                        </p:attrNameLst>
                                      </p:cBhvr>
                                      <p:to>
                                        <p:strVal val="visible"/>
                                      </p:to>
                                    </p:set>
                                    <p:animEffect transition="in" filter="fade">
                                      <p:cBhvr>
                                        <p:cTn id="125" dur="250"/>
                                        <p:tgtEl>
                                          <p:spTgt spid="196"/>
                                        </p:tgtEl>
                                      </p:cBhvr>
                                    </p:animEffect>
                                  </p:childTnLst>
                                </p:cTn>
                              </p:par>
                              <p:par>
                                <p:cTn id="126" presetID="1" presetClass="entr" presetSubtype="0" fill="hold" grpId="0" nodeType="withEffect">
                                  <p:stCondLst>
                                    <p:cond delay="760"/>
                                  </p:stCondLst>
                                  <p:childTnLst>
                                    <p:set>
                                      <p:cBhvr>
                                        <p:cTn id="127" dur="1" fill="hold">
                                          <p:stCondLst>
                                            <p:cond delay="0"/>
                                          </p:stCondLst>
                                        </p:cTn>
                                        <p:tgtEl>
                                          <p:spTgt spid="219"/>
                                        </p:tgtEl>
                                        <p:attrNameLst>
                                          <p:attrName>style.visibility</p:attrName>
                                        </p:attrNameLst>
                                      </p:cBhvr>
                                      <p:to>
                                        <p:strVal val="visible"/>
                                      </p:to>
                                    </p:set>
                                    <p:anim calcmode="discrete" valueType="num">
                                      <p:cBhvr additive="base">
                                        <p:cTn id="128" dur="1" fill="hold">
                                          <p:stCondLst>
                                            <p:cond delay="0"/>
                                          </p:stCondLst>
                                        </p:cTn>
                                        <p:tgtEl>
                                          <p:spTgt spid="219"/>
                                        </p:tgtEl>
                                        <p:attrNameLst>
                                          <p:attrName>ppt_x</p:attrName>
                                        </p:attrNameLst>
                                      </p:cBhvr>
                                      <p:tavLst>
                                        <p:tav tm="0">
                                          <p:val>
                                            <p:strVal val="#ppt_x-1"/>
                                          </p:val>
                                        </p:tav>
                                        <p:tav tm="100000">
                                          <p:val>
                                            <p:strVal val="#ppt_x-1"/>
                                          </p:val>
                                        </p:tav>
                                      </p:tavLst>
                                    </p:anim>
                                  </p:childTnLst>
                                </p:cTn>
                              </p:par>
                              <p:par>
                                <p:cTn id="129" presetID="1" presetClass="exit" presetSubtype="0" fill="hold" grpId="1" nodeType="withEffect">
                                  <p:stCondLst>
                                    <p:cond delay="807"/>
                                  </p:stCondLst>
                                  <p:childTnLst>
                                    <p:set>
                                      <p:cBhvr>
                                        <p:cTn id="130" dur="1" fill="hold">
                                          <p:stCondLst>
                                            <p:cond delay="0"/>
                                          </p:stCondLst>
                                        </p:cTn>
                                        <p:tgtEl>
                                          <p:spTgt spid="219"/>
                                        </p:tgtEl>
                                        <p:attrNameLst>
                                          <p:attrName>style.visibility</p:attrName>
                                        </p:attrNameLst>
                                      </p:cBhvr>
                                      <p:to>
                                        <p:strVal val="hidden"/>
                                      </p:to>
                                    </p:set>
                                  </p:childTnLst>
                                </p:cTn>
                              </p:par>
                              <p:par>
                                <p:cTn id="131" presetID="1" presetClass="entr" presetSubtype="0" fill="hold" grpId="0" nodeType="withEffect">
                                  <p:stCondLst>
                                    <p:cond delay="807"/>
                                  </p:stCondLst>
                                  <p:childTnLst>
                                    <p:set>
                                      <p:cBhvr>
                                        <p:cTn id="132" dur="1" fill="hold">
                                          <p:stCondLst>
                                            <p:cond delay="0"/>
                                          </p:stCondLst>
                                        </p:cTn>
                                        <p:tgtEl>
                                          <p:spTgt spid="220"/>
                                        </p:tgtEl>
                                        <p:attrNameLst>
                                          <p:attrName>style.visibility</p:attrName>
                                        </p:attrNameLst>
                                      </p:cBhvr>
                                      <p:to>
                                        <p:strVal val="visible"/>
                                      </p:to>
                                    </p:set>
                                    <p:anim calcmode="discrete" valueType="num">
                                      <p:cBhvr additive="base">
                                        <p:cTn id="133" dur="1" fill="hold">
                                          <p:stCondLst>
                                            <p:cond delay="0"/>
                                          </p:stCondLst>
                                        </p:cTn>
                                        <p:tgtEl>
                                          <p:spTgt spid="220"/>
                                        </p:tgtEl>
                                        <p:attrNameLst>
                                          <p:attrName>ppt_x</p:attrName>
                                        </p:attrNameLst>
                                      </p:cBhvr>
                                      <p:tavLst>
                                        <p:tav tm="0">
                                          <p:val>
                                            <p:strVal val="#ppt_x-1"/>
                                          </p:val>
                                        </p:tav>
                                        <p:tav tm="100000">
                                          <p:val>
                                            <p:strVal val="#ppt_x-1"/>
                                          </p:val>
                                        </p:tav>
                                      </p:tavLst>
                                    </p:anim>
                                  </p:childTnLst>
                                </p:cTn>
                              </p:par>
                              <p:par>
                                <p:cTn id="134" presetID="1" presetClass="exit" presetSubtype="0" fill="hold" grpId="1" nodeType="withEffect">
                                  <p:stCondLst>
                                    <p:cond delay="879"/>
                                  </p:stCondLst>
                                  <p:childTnLst>
                                    <p:set>
                                      <p:cBhvr>
                                        <p:cTn id="135" dur="1" fill="hold">
                                          <p:stCondLst>
                                            <p:cond delay="0"/>
                                          </p:stCondLst>
                                        </p:cTn>
                                        <p:tgtEl>
                                          <p:spTgt spid="220"/>
                                        </p:tgtEl>
                                        <p:attrNameLst>
                                          <p:attrName>style.visibility</p:attrName>
                                        </p:attrNameLst>
                                      </p:cBhvr>
                                      <p:to>
                                        <p:strVal val="hidden"/>
                                      </p:to>
                                    </p:set>
                                  </p:childTnLst>
                                </p:cTn>
                              </p:par>
                              <p:par>
                                <p:cTn id="136" presetID="1" presetClass="entr" presetSubtype="0" fill="hold" grpId="0" nodeType="withEffect">
                                  <p:stCondLst>
                                    <p:cond delay="879"/>
                                  </p:stCondLst>
                                  <p:childTnLst>
                                    <p:set>
                                      <p:cBhvr>
                                        <p:cTn id="137" dur="1" fill="hold">
                                          <p:stCondLst>
                                            <p:cond delay="0"/>
                                          </p:stCondLst>
                                        </p:cTn>
                                        <p:tgtEl>
                                          <p:spTgt spid="221"/>
                                        </p:tgtEl>
                                        <p:attrNameLst>
                                          <p:attrName>style.visibility</p:attrName>
                                        </p:attrNameLst>
                                      </p:cBhvr>
                                      <p:to>
                                        <p:strVal val="visible"/>
                                      </p:to>
                                    </p:set>
                                    <p:anim calcmode="discrete" valueType="num">
                                      <p:cBhvr additive="base">
                                        <p:cTn id="138" dur="1" fill="hold">
                                          <p:stCondLst>
                                            <p:cond delay="0"/>
                                          </p:stCondLst>
                                        </p:cTn>
                                        <p:tgtEl>
                                          <p:spTgt spid="221"/>
                                        </p:tgtEl>
                                        <p:attrNameLst>
                                          <p:attrName>ppt_x</p:attrName>
                                        </p:attrNameLst>
                                      </p:cBhvr>
                                      <p:tavLst>
                                        <p:tav tm="0">
                                          <p:val>
                                            <p:strVal val="#ppt_x-1"/>
                                          </p:val>
                                        </p:tav>
                                        <p:tav tm="100000">
                                          <p:val>
                                            <p:strVal val="#ppt_x-1"/>
                                          </p:val>
                                        </p:tav>
                                      </p:tavLst>
                                    </p:anim>
                                  </p:childTnLst>
                                </p:cTn>
                              </p:par>
                              <p:par>
                                <p:cTn id="139" presetID="1" presetClass="exit" presetSubtype="0" fill="hold" grpId="1" nodeType="withEffect">
                                  <p:stCondLst>
                                    <p:cond delay="967"/>
                                  </p:stCondLst>
                                  <p:childTnLst>
                                    <p:set>
                                      <p:cBhvr>
                                        <p:cTn id="140" dur="1" fill="hold">
                                          <p:stCondLst>
                                            <p:cond delay="0"/>
                                          </p:stCondLst>
                                        </p:cTn>
                                        <p:tgtEl>
                                          <p:spTgt spid="221"/>
                                        </p:tgtEl>
                                        <p:attrNameLst>
                                          <p:attrName>style.visibility</p:attrName>
                                        </p:attrNameLst>
                                      </p:cBhvr>
                                      <p:to>
                                        <p:strVal val="hidden"/>
                                      </p:to>
                                    </p:set>
                                  </p:childTnLst>
                                </p:cTn>
                              </p:par>
                              <p:par>
                                <p:cTn id="141" presetID="1" presetClass="entr" presetSubtype="0" fill="hold" grpId="0" nodeType="withEffect">
                                  <p:stCondLst>
                                    <p:cond delay="967"/>
                                  </p:stCondLst>
                                  <p:childTnLst>
                                    <p:set>
                                      <p:cBhvr>
                                        <p:cTn id="142" dur="1" fill="hold">
                                          <p:stCondLst>
                                            <p:cond delay="0"/>
                                          </p:stCondLst>
                                        </p:cTn>
                                        <p:tgtEl>
                                          <p:spTgt spid="222"/>
                                        </p:tgtEl>
                                        <p:attrNameLst>
                                          <p:attrName>style.visibility</p:attrName>
                                        </p:attrNameLst>
                                      </p:cBhvr>
                                      <p:to>
                                        <p:strVal val="visible"/>
                                      </p:to>
                                    </p:set>
                                    <p:anim calcmode="discrete" valueType="num">
                                      <p:cBhvr additive="base">
                                        <p:cTn id="143" dur="1" fill="hold">
                                          <p:stCondLst>
                                            <p:cond delay="0"/>
                                          </p:stCondLst>
                                        </p:cTn>
                                        <p:tgtEl>
                                          <p:spTgt spid="222"/>
                                        </p:tgtEl>
                                        <p:attrNameLst>
                                          <p:attrName>ppt_x</p:attrName>
                                        </p:attrNameLst>
                                      </p:cBhvr>
                                      <p:tavLst>
                                        <p:tav tm="0">
                                          <p:val>
                                            <p:strVal val="#ppt_x-1"/>
                                          </p:val>
                                        </p:tav>
                                        <p:tav tm="100000">
                                          <p:val>
                                            <p:strVal val="#ppt_x-1"/>
                                          </p:val>
                                        </p:tav>
                                      </p:tavLst>
                                    </p:anim>
                                  </p:childTnLst>
                                </p:cTn>
                              </p:par>
                              <p:par>
                                <p:cTn id="144" presetID="1" presetClass="exit" presetSubtype="0" fill="hold" grpId="1" nodeType="withEffect">
                                  <p:stCondLst>
                                    <p:cond delay="1065"/>
                                  </p:stCondLst>
                                  <p:childTnLst>
                                    <p:set>
                                      <p:cBhvr>
                                        <p:cTn id="145" dur="1" fill="hold">
                                          <p:stCondLst>
                                            <p:cond delay="0"/>
                                          </p:stCondLst>
                                        </p:cTn>
                                        <p:tgtEl>
                                          <p:spTgt spid="222"/>
                                        </p:tgtEl>
                                        <p:attrNameLst>
                                          <p:attrName>style.visibility</p:attrName>
                                        </p:attrNameLst>
                                      </p:cBhvr>
                                      <p:to>
                                        <p:strVal val="hidden"/>
                                      </p:to>
                                    </p:set>
                                  </p:childTnLst>
                                </p:cTn>
                              </p:par>
                              <p:par>
                                <p:cTn id="146" presetID="1" presetClass="entr" presetSubtype="0" fill="hold" grpId="0" nodeType="withEffect">
                                  <p:stCondLst>
                                    <p:cond delay="1065"/>
                                  </p:stCondLst>
                                  <p:childTnLst>
                                    <p:set>
                                      <p:cBhvr>
                                        <p:cTn id="147" dur="1" fill="hold">
                                          <p:stCondLst>
                                            <p:cond delay="0"/>
                                          </p:stCondLst>
                                        </p:cTn>
                                        <p:tgtEl>
                                          <p:spTgt spid="223"/>
                                        </p:tgtEl>
                                        <p:attrNameLst>
                                          <p:attrName>style.visibility</p:attrName>
                                        </p:attrNameLst>
                                      </p:cBhvr>
                                      <p:to>
                                        <p:strVal val="visible"/>
                                      </p:to>
                                    </p:set>
                                    <p:anim calcmode="discrete" valueType="num">
                                      <p:cBhvr additive="base">
                                        <p:cTn id="148" dur="1" fill="hold">
                                          <p:stCondLst>
                                            <p:cond delay="0"/>
                                          </p:stCondLst>
                                        </p:cTn>
                                        <p:tgtEl>
                                          <p:spTgt spid="223"/>
                                        </p:tgtEl>
                                        <p:attrNameLst>
                                          <p:attrName>ppt_x</p:attrName>
                                        </p:attrNameLst>
                                      </p:cBhvr>
                                      <p:tavLst>
                                        <p:tav tm="0">
                                          <p:val>
                                            <p:strVal val="#ppt_x-1"/>
                                          </p:val>
                                        </p:tav>
                                        <p:tav tm="100000">
                                          <p:val>
                                            <p:strVal val="#ppt_x-1"/>
                                          </p:val>
                                        </p:tav>
                                      </p:tavLst>
                                    </p:anim>
                                  </p:childTnLst>
                                </p:cTn>
                              </p:par>
                              <p:par>
                                <p:cTn id="149" presetID="1" presetClass="exit" presetSubtype="0" fill="hold" grpId="1" nodeType="withEffect">
                                  <p:stCondLst>
                                    <p:cond delay="1172"/>
                                  </p:stCondLst>
                                  <p:childTnLst>
                                    <p:set>
                                      <p:cBhvr>
                                        <p:cTn id="150" dur="1" fill="hold">
                                          <p:stCondLst>
                                            <p:cond delay="0"/>
                                          </p:stCondLst>
                                        </p:cTn>
                                        <p:tgtEl>
                                          <p:spTgt spid="223"/>
                                        </p:tgtEl>
                                        <p:attrNameLst>
                                          <p:attrName>style.visibility</p:attrName>
                                        </p:attrNameLst>
                                      </p:cBhvr>
                                      <p:to>
                                        <p:strVal val="hidden"/>
                                      </p:to>
                                    </p:set>
                                  </p:childTnLst>
                                </p:cTn>
                              </p:par>
                              <p:par>
                                <p:cTn id="151" presetID="1" presetClass="entr" presetSubtype="0" fill="hold" grpId="0" nodeType="withEffect">
                                  <p:stCondLst>
                                    <p:cond delay="1172"/>
                                  </p:stCondLst>
                                  <p:childTnLst>
                                    <p:set>
                                      <p:cBhvr>
                                        <p:cTn id="152" dur="1" fill="hold">
                                          <p:stCondLst>
                                            <p:cond delay="0"/>
                                          </p:stCondLst>
                                        </p:cTn>
                                        <p:tgtEl>
                                          <p:spTgt spid="224"/>
                                        </p:tgtEl>
                                        <p:attrNameLst>
                                          <p:attrName>style.visibility</p:attrName>
                                        </p:attrNameLst>
                                      </p:cBhvr>
                                      <p:to>
                                        <p:strVal val="visible"/>
                                      </p:to>
                                    </p:set>
                                    <p:anim calcmode="discrete" valueType="num">
                                      <p:cBhvr additive="base">
                                        <p:cTn id="153" dur="1" fill="hold">
                                          <p:stCondLst>
                                            <p:cond delay="0"/>
                                          </p:stCondLst>
                                        </p:cTn>
                                        <p:tgtEl>
                                          <p:spTgt spid="224"/>
                                        </p:tgtEl>
                                        <p:attrNameLst>
                                          <p:attrName>ppt_x</p:attrName>
                                        </p:attrNameLst>
                                      </p:cBhvr>
                                      <p:tavLst>
                                        <p:tav tm="0">
                                          <p:val>
                                            <p:strVal val="#ppt_x-1"/>
                                          </p:val>
                                        </p:tav>
                                        <p:tav tm="100000">
                                          <p:val>
                                            <p:strVal val="#ppt_x-1"/>
                                          </p:val>
                                        </p:tav>
                                      </p:tavLst>
                                    </p:anim>
                                  </p:childTnLst>
                                </p:cTn>
                              </p:par>
                              <p:par>
                                <p:cTn id="154" presetID="1" presetClass="exit" presetSubtype="0" fill="hold" grpId="1" nodeType="withEffect">
                                  <p:stCondLst>
                                    <p:cond delay="1288"/>
                                  </p:stCondLst>
                                  <p:childTnLst>
                                    <p:set>
                                      <p:cBhvr>
                                        <p:cTn id="155" dur="1" fill="hold">
                                          <p:stCondLst>
                                            <p:cond delay="0"/>
                                          </p:stCondLst>
                                        </p:cTn>
                                        <p:tgtEl>
                                          <p:spTgt spid="224"/>
                                        </p:tgtEl>
                                        <p:attrNameLst>
                                          <p:attrName>style.visibility</p:attrName>
                                        </p:attrNameLst>
                                      </p:cBhvr>
                                      <p:to>
                                        <p:strVal val="hidden"/>
                                      </p:to>
                                    </p:set>
                                  </p:childTnLst>
                                </p:cTn>
                              </p:par>
                              <p:par>
                                <p:cTn id="156" presetID="1" presetClass="entr" presetSubtype="0" fill="hold" grpId="0" nodeType="withEffect">
                                  <p:stCondLst>
                                    <p:cond delay="1288"/>
                                  </p:stCondLst>
                                  <p:childTnLst>
                                    <p:set>
                                      <p:cBhvr>
                                        <p:cTn id="157" dur="1" fill="hold">
                                          <p:stCondLst>
                                            <p:cond delay="0"/>
                                          </p:stCondLst>
                                        </p:cTn>
                                        <p:tgtEl>
                                          <p:spTgt spid="225"/>
                                        </p:tgtEl>
                                        <p:attrNameLst>
                                          <p:attrName>style.visibility</p:attrName>
                                        </p:attrNameLst>
                                      </p:cBhvr>
                                      <p:to>
                                        <p:strVal val="visible"/>
                                      </p:to>
                                    </p:set>
                                    <p:anim calcmode="discrete" valueType="num">
                                      <p:cBhvr additive="base">
                                        <p:cTn id="158" dur="1" fill="hold">
                                          <p:stCondLst>
                                            <p:cond delay="0"/>
                                          </p:stCondLst>
                                        </p:cTn>
                                        <p:tgtEl>
                                          <p:spTgt spid="225"/>
                                        </p:tgtEl>
                                        <p:attrNameLst>
                                          <p:attrName>ppt_x</p:attrName>
                                        </p:attrNameLst>
                                      </p:cBhvr>
                                      <p:tavLst>
                                        <p:tav tm="0">
                                          <p:val>
                                            <p:strVal val="#ppt_x-1"/>
                                          </p:val>
                                        </p:tav>
                                        <p:tav tm="100000">
                                          <p:val>
                                            <p:strVal val="#ppt_x-1"/>
                                          </p:val>
                                        </p:tav>
                                      </p:tavLst>
                                    </p:anim>
                                  </p:childTnLst>
                                </p:cTn>
                              </p:par>
                              <p:par>
                                <p:cTn id="159" presetID="1" presetClass="exit" presetSubtype="0" fill="hold" grpId="1" nodeType="withEffect">
                                  <p:stCondLst>
                                    <p:cond delay="1410"/>
                                  </p:stCondLst>
                                  <p:childTnLst>
                                    <p:set>
                                      <p:cBhvr>
                                        <p:cTn id="160" dur="1" fill="hold">
                                          <p:stCondLst>
                                            <p:cond delay="0"/>
                                          </p:stCondLst>
                                        </p:cTn>
                                        <p:tgtEl>
                                          <p:spTgt spid="225"/>
                                        </p:tgtEl>
                                        <p:attrNameLst>
                                          <p:attrName>style.visibility</p:attrName>
                                        </p:attrNameLst>
                                      </p:cBhvr>
                                      <p:to>
                                        <p:strVal val="hidden"/>
                                      </p:to>
                                    </p:set>
                                  </p:childTnLst>
                                </p:cTn>
                              </p:par>
                              <p:par>
                                <p:cTn id="161" presetID="1" presetClass="entr" presetSubtype="0" fill="hold" grpId="0" nodeType="withEffect">
                                  <p:stCondLst>
                                    <p:cond delay="1410"/>
                                  </p:stCondLst>
                                  <p:childTnLst>
                                    <p:set>
                                      <p:cBhvr>
                                        <p:cTn id="162" dur="1" fill="hold">
                                          <p:stCondLst>
                                            <p:cond delay="0"/>
                                          </p:stCondLst>
                                        </p:cTn>
                                        <p:tgtEl>
                                          <p:spTgt spid="226"/>
                                        </p:tgtEl>
                                        <p:attrNameLst>
                                          <p:attrName>style.visibility</p:attrName>
                                        </p:attrNameLst>
                                      </p:cBhvr>
                                      <p:to>
                                        <p:strVal val="visible"/>
                                      </p:to>
                                    </p:set>
                                    <p:anim calcmode="discrete" valueType="num">
                                      <p:cBhvr additive="base">
                                        <p:cTn id="163" dur="1" fill="hold">
                                          <p:stCondLst>
                                            <p:cond delay="0"/>
                                          </p:stCondLst>
                                        </p:cTn>
                                        <p:tgtEl>
                                          <p:spTgt spid="226"/>
                                        </p:tgtEl>
                                        <p:attrNameLst>
                                          <p:attrName>ppt_x</p:attrName>
                                        </p:attrNameLst>
                                      </p:cBhvr>
                                      <p:tavLst>
                                        <p:tav tm="0">
                                          <p:val>
                                            <p:strVal val="#ppt_x-1"/>
                                          </p:val>
                                        </p:tav>
                                        <p:tav tm="100000">
                                          <p:val>
                                            <p:strVal val="#ppt_x-1"/>
                                          </p:val>
                                        </p:tav>
                                      </p:tavLst>
                                    </p:anim>
                                  </p:childTnLst>
                                </p:cTn>
                              </p:par>
                              <p:par>
                                <p:cTn id="164" presetID="1" presetClass="exit" presetSubtype="0" fill="hold" grpId="1" nodeType="withEffect">
                                  <p:stCondLst>
                                    <p:cond delay="1538"/>
                                  </p:stCondLst>
                                  <p:childTnLst>
                                    <p:set>
                                      <p:cBhvr>
                                        <p:cTn id="165" dur="1" fill="hold">
                                          <p:stCondLst>
                                            <p:cond delay="0"/>
                                          </p:stCondLst>
                                        </p:cTn>
                                        <p:tgtEl>
                                          <p:spTgt spid="226"/>
                                        </p:tgtEl>
                                        <p:attrNameLst>
                                          <p:attrName>style.visibility</p:attrName>
                                        </p:attrNameLst>
                                      </p:cBhvr>
                                      <p:to>
                                        <p:strVal val="hidden"/>
                                      </p:to>
                                    </p:set>
                                  </p:childTnLst>
                                </p:cTn>
                              </p:par>
                              <p:par>
                                <p:cTn id="166" presetID="1" presetClass="entr" presetSubtype="0" fill="hold" grpId="0" nodeType="withEffect">
                                  <p:stCondLst>
                                    <p:cond delay="1538"/>
                                  </p:stCondLst>
                                  <p:childTnLst>
                                    <p:set>
                                      <p:cBhvr>
                                        <p:cTn id="167" dur="1" fill="hold">
                                          <p:stCondLst>
                                            <p:cond delay="0"/>
                                          </p:stCondLst>
                                        </p:cTn>
                                        <p:tgtEl>
                                          <p:spTgt spid="227"/>
                                        </p:tgtEl>
                                        <p:attrNameLst>
                                          <p:attrName>style.visibility</p:attrName>
                                        </p:attrNameLst>
                                      </p:cBhvr>
                                      <p:to>
                                        <p:strVal val="visible"/>
                                      </p:to>
                                    </p:set>
                                    <p:anim calcmode="discrete" valueType="num">
                                      <p:cBhvr additive="base">
                                        <p:cTn id="168" dur="1" fill="hold">
                                          <p:stCondLst>
                                            <p:cond delay="0"/>
                                          </p:stCondLst>
                                        </p:cTn>
                                        <p:tgtEl>
                                          <p:spTgt spid="227"/>
                                        </p:tgtEl>
                                        <p:attrNameLst>
                                          <p:attrName>ppt_x</p:attrName>
                                        </p:attrNameLst>
                                      </p:cBhvr>
                                      <p:tavLst>
                                        <p:tav tm="0">
                                          <p:val>
                                            <p:strVal val="#ppt_x-1"/>
                                          </p:val>
                                        </p:tav>
                                        <p:tav tm="100000">
                                          <p:val>
                                            <p:strVal val="#ppt_x-1"/>
                                          </p:val>
                                        </p:tav>
                                      </p:tavLst>
                                    </p:anim>
                                  </p:childTnLst>
                                </p:cTn>
                              </p:par>
                              <p:par>
                                <p:cTn id="169" presetID="1" presetClass="exit" presetSubtype="0" fill="hold" grpId="1" nodeType="withEffect">
                                  <p:stCondLst>
                                    <p:cond delay="1673"/>
                                  </p:stCondLst>
                                  <p:childTnLst>
                                    <p:set>
                                      <p:cBhvr>
                                        <p:cTn id="170" dur="1" fill="hold">
                                          <p:stCondLst>
                                            <p:cond delay="0"/>
                                          </p:stCondLst>
                                        </p:cTn>
                                        <p:tgtEl>
                                          <p:spTgt spid="227"/>
                                        </p:tgtEl>
                                        <p:attrNameLst>
                                          <p:attrName>style.visibility</p:attrName>
                                        </p:attrNameLst>
                                      </p:cBhvr>
                                      <p:to>
                                        <p:strVal val="hidden"/>
                                      </p:to>
                                    </p:set>
                                  </p:childTnLst>
                                </p:cTn>
                              </p:par>
                              <p:par>
                                <p:cTn id="171" presetID="1" presetClass="entr" presetSubtype="0" fill="hold" grpId="0" nodeType="withEffect">
                                  <p:stCondLst>
                                    <p:cond delay="1673"/>
                                  </p:stCondLst>
                                  <p:childTnLst>
                                    <p:set>
                                      <p:cBhvr>
                                        <p:cTn id="172" dur="1" fill="hold">
                                          <p:stCondLst>
                                            <p:cond delay="0"/>
                                          </p:stCondLst>
                                        </p:cTn>
                                        <p:tgtEl>
                                          <p:spTgt spid="228"/>
                                        </p:tgtEl>
                                        <p:attrNameLst>
                                          <p:attrName>style.visibility</p:attrName>
                                        </p:attrNameLst>
                                      </p:cBhvr>
                                      <p:to>
                                        <p:strVal val="visible"/>
                                      </p:to>
                                    </p:set>
                                    <p:anim calcmode="discrete" valueType="num">
                                      <p:cBhvr additive="base">
                                        <p:cTn id="173" dur="1" fill="hold">
                                          <p:stCondLst>
                                            <p:cond delay="0"/>
                                          </p:stCondLst>
                                        </p:cTn>
                                        <p:tgtEl>
                                          <p:spTgt spid="228"/>
                                        </p:tgtEl>
                                        <p:attrNameLst>
                                          <p:attrName>ppt_x</p:attrName>
                                        </p:attrNameLst>
                                      </p:cBhvr>
                                      <p:tavLst>
                                        <p:tav tm="0">
                                          <p:val>
                                            <p:strVal val="#ppt_x-1"/>
                                          </p:val>
                                        </p:tav>
                                        <p:tav tm="100000">
                                          <p:val>
                                            <p:strVal val="#ppt_x-1"/>
                                          </p:val>
                                        </p:tav>
                                      </p:tavLst>
                                    </p:anim>
                                  </p:childTnLst>
                                </p:cTn>
                              </p:par>
                              <p:par>
                                <p:cTn id="174" presetID="1" presetClass="exit" presetSubtype="0" fill="hold" grpId="1" nodeType="withEffect">
                                  <p:stCondLst>
                                    <p:cond delay="1812"/>
                                  </p:stCondLst>
                                  <p:childTnLst>
                                    <p:set>
                                      <p:cBhvr>
                                        <p:cTn id="175" dur="1" fill="hold">
                                          <p:stCondLst>
                                            <p:cond delay="0"/>
                                          </p:stCondLst>
                                        </p:cTn>
                                        <p:tgtEl>
                                          <p:spTgt spid="228"/>
                                        </p:tgtEl>
                                        <p:attrNameLst>
                                          <p:attrName>style.visibility</p:attrName>
                                        </p:attrNameLst>
                                      </p:cBhvr>
                                      <p:to>
                                        <p:strVal val="hidden"/>
                                      </p:to>
                                    </p:set>
                                  </p:childTnLst>
                                </p:cTn>
                              </p:par>
                              <p:par>
                                <p:cTn id="176" presetID="1" presetClass="entr" presetSubtype="0" fill="hold" grpId="0" nodeType="withEffect">
                                  <p:stCondLst>
                                    <p:cond delay="1812"/>
                                  </p:stCondLst>
                                  <p:childTnLst>
                                    <p:set>
                                      <p:cBhvr>
                                        <p:cTn id="177" dur="1" fill="hold">
                                          <p:stCondLst>
                                            <p:cond delay="0"/>
                                          </p:stCondLst>
                                        </p:cTn>
                                        <p:tgtEl>
                                          <p:spTgt spid="229"/>
                                        </p:tgtEl>
                                        <p:attrNameLst>
                                          <p:attrName>style.visibility</p:attrName>
                                        </p:attrNameLst>
                                      </p:cBhvr>
                                      <p:to>
                                        <p:strVal val="visible"/>
                                      </p:to>
                                    </p:set>
                                    <p:anim calcmode="discrete" valueType="num">
                                      <p:cBhvr additive="base">
                                        <p:cTn id="178" dur="1" fill="hold">
                                          <p:stCondLst>
                                            <p:cond delay="0"/>
                                          </p:stCondLst>
                                        </p:cTn>
                                        <p:tgtEl>
                                          <p:spTgt spid="229"/>
                                        </p:tgtEl>
                                        <p:attrNameLst>
                                          <p:attrName>ppt_x</p:attrName>
                                        </p:attrNameLst>
                                      </p:cBhvr>
                                      <p:tavLst>
                                        <p:tav tm="0">
                                          <p:val>
                                            <p:strVal val="#ppt_x-1"/>
                                          </p:val>
                                        </p:tav>
                                        <p:tav tm="100000">
                                          <p:val>
                                            <p:strVal val="#ppt_x-1"/>
                                          </p:val>
                                        </p:tav>
                                      </p:tavLst>
                                    </p:anim>
                                  </p:childTnLst>
                                </p:cTn>
                              </p:par>
                              <p:par>
                                <p:cTn id="179" presetID="1" presetClass="exit" presetSubtype="0" fill="hold" grpId="1" nodeType="withEffect">
                                  <p:stCondLst>
                                    <p:cond delay="1957"/>
                                  </p:stCondLst>
                                  <p:childTnLst>
                                    <p:set>
                                      <p:cBhvr>
                                        <p:cTn id="180" dur="1" fill="hold">
                                          <p:stCondLst>
                                            <p:cond delay="0"/>
                                          </p:stCondLst>
                                        </p:cTn>
                                        <p:tgtEl>
                                          <p:spTgt spid="229"/>
                                        </p:tgtEl>
                                        <p:attrNameLst>
                                          <p:attrName>style.visibility</p:attrName>
                                        </p:attrNameLst>
                                      </p:cBhvr>
                                      <p:to>
                                        <p:strVal val="hidden"/>
                                      </p:to>
                                    </p:set>
                                  </p:childTnLst>
                                </p:cTn>
                              </p:par>
                              <p:par>
                                <p:cTn id="181" presetID="1" presetClass="entr" presetSubtype="0" fill="hold" grpId="0" nodeType="withEffect">
                                  <p:stCondLst>
                                    <p:cond delay="1957"/>
                                  </p:stCondLst>
                                  <p:childTnLst>
                                    <p:set>
                                      <p:cBhvr>
                                        <p:cTn id="182" dur="1" fill="hold">
                                          <p:stCondLst>
                                            <p:cond delay="0"/>
                                          </p:stCondLst>
                                        </p:cTn>
                                        <p:tgtEl>
                                          <p:spTgt spid="230"/>
                                        </p:tgtEl>
                                        <p:attrNameLst>
                                          <p:attrName>style.visibility</p:attrName>
                                        </p:attrNameLst>
                                      </p:cBhvr>
                                      <p:to>
                                        <p:strVal val="visible"/>
                                      </p:to>
                                    </p:set>
                                    <p:anim calcmode="discrete" valueType="num">
                                      <p:cBhvr additive="base">
                                        <p:cTn id="183" dur="1" fill="hold">
                                          <p:stCondLst>
                                            <p:cond delay="0"/>
                                          </p:stCondLst>
                                        </p:cTn>
                                        <p:tgtEl>
                                          <p:spTgt spid="230"/>
                                        </p:tgtEl>
                                        <p:attrNameLst>
                                          <p:attrName>ppt_x</p:attrName>
                                        </p:attrNameLst>
                                      </p:cBhvr>
                                      <p:tavLst>
                                        <p:tav tm="0">
                                          <p:val>
                                            <p:strVal val="#ppt_x-1"/>
                                          </p:val>
                                        </p:tav>
                                        <p:tav tm="100000">
                                          <p:val>
                                            <p:strVal val="#ppt_x-1"/>
                                          </p:val>
                                        </p:tav>
                                      </p:tavLst>
                                    </p:anim>
                                  </p:childTnLst>
                                </p:cTn>
                              </p:par>
                              <p:par>
                                <p:cTn id="184" presetID="1" presetClass="exit" presetSubtype="0" fill="hold" grpId="1" nodeType="withEffect">
                                  <p:stCondLst>
                                    <p:cond delay="2106"/>
                                  </p:stCondLst>
                                  <p:childTnLst>
                                    <p:set>
                                      <p:cBhvr>
                                        <p:cTn id="185" dur="1" fill="hold">
                                          <p:stCondLst>
                                            <p:cond delay="0"/>
                                          </p:stCondLst>
                                        </p:cTn>
                                        <p:tgtEl>
                                          <p:spTgt spid="230"/>
                                        </p:tgtEl>
                                        <p:attrNameLst>
                                          <p:attrName>style.visibility</p:attrName>
                                        </p:attrNameLst>
                                      </p:cBhvr>
                                      <p:to>
                                        <p:strVal val="hidden"/>
                                      </p:to>
                                    </p:set>
                                  </p:childTnLst>
                                </p:cTn>
                              </p:par>
                              <p:par>
                                <p:cTn id="186" presetID="1" presetClass="entr" presetSubtype="0" fill="hold" grpId="0" nodeType="withEffect">
                                  <p:stCondLst>
                                    <p:cond delay="2106"/>
                                  </p:stCondLst>
                                  <p:childTnLst>
                                    <p:set>
                                      <p:cBhvr>
                                        <p:cTn id="187" dur="1" fill="hold">
                                          <p:stCondLst>
                                            <p:cond delay="0"/>
                                          </p:stCondLst>
                                        </p:cTn>
                                        <p:tgtEl>
                                          <p:spTgt spid="231"/>
                                        </p:tgtEl>
                                        <p:attrNameLst>
                                          <p:attrName>style.visibility</p:attrName>
                                        </p:attrNameLst>
                                      </p:cBhvr>
                                      <p:to>
                                        <p:strVal val="visible"/>
                                      </p:to>
                                    </p:set>
                                    <p:anim calcmode="discrete" valueType="num">
                                      <p:cBhvr additive="base">
                                        <p:cTn id="188" dur="1" fill="hold">
                                          <p:stCondLst>
                                            <p:cond delay="0"/>
                                          </p:stCondLst>
                                        </p:cTn>
                                        <p:tgtEl>
                                          <p:spTgt spid="231"/>
                                        </p:tgtEl>
                                        <p:attrNameLst>
                                          <p:attrName>ppt_x</p:attrName>
                                        </p:attrNameLst>
                                      </p:cBhvr>
                                      <p:tavLst>
                                        <p:tav tm="0">
                                          <p:val>
                                            <p:strVal val="#ppt_x-1"/>
                                          </p:val>
                                        </p:tav>
                                        <p:tav tm="100000">
                                          <p:val>
                                            <p:strVal val="#ppt_x-1"/>
                                          </p:val>
                                        </p:tav>
                                      </p:tavLst>
                                    </p:anim>
                                  </p:childTnLst>
                                </p:cTn>
                              </p:par>
                              <p:par>
                                <p:cTn id="189" presetID="1" presetClass="exit" presetSubtype="0" fill="hold" grpId="1" nodeType="withEffect">
                                  <p:stCondLst>
                                    <p:cond delay="2260"/>
                                  </p:stCondLst>
                                  <p:childTnLst>
                                    <p:set>
                                      <p:cBhvr>
                                        <p:cTn id="190" dur="1" fill="hold">
                                          <p:stCondLst>
                                            <p:cond delay="0"/>
                                          </p:stCondLst>
                                        </p:cTn>
                                        <p:tgtEl>
                                          <p:spTgt spid="231"/>
                                        </p:tgtEl>
                                        <p:attrNameLst>
                                          <p:attrName>style.visibility</p:attrName>
                                        </p:attrNameLst>
                                      </p:cBhvr>
                                      <p:to>
                                        <p:strVal val="hidden"/>
                                      </p:to>
                                    </p:set>
                                  </p:childTnLst>
                                </p:cTn>
                              </p:par>
                              <p:par>
                                <p:cTn id="191" presetID="10" presetClass="entr" presetSubtype="0" fill="hold" grpId="0" nodeType="withEffect">
                                  <p:stCondLst>
                                    <p:cond delay="2260"/>
                                  </p:stCondLst>
                                  <p:childTnLst>
                                    <p:set>
                                      <p:cBhvr>
                                        <p:cTn id="192" dur="1" fill="hold">
                                          <p:stCondLst>
                                            <p:cond delay="0"/>
                                          </p:stCondLst>
                                        </p:cTn>
                                        <p:tgtEl>
                                          <p:spTgt spid="199"/>
                                        </p:tgtEl>
                                        <p:attrNameLst>
                                          <p:attrName>style.visibility</p:attrName>
                                        </p:attrNameLst>
                                      </p:cBhvr>
                                      <p:to>
                                        <p:strVal val="visible"/>
                                      </p:to>
                                    </p:set>
                                    <p:animEffect transition="in" filter="fade">
                                      <p:cBhvr>
                                        <p:cTn id="193" dur="250"/>
                                        <p:tgtEl>
                                          <p:spTgt spid="199"/>
                                        </p:tgtEl>
                                      </p:cBhvr>
                                    </p:animEffect>
                                  </p:childTnLst>
                                </p:cTn>
                              </p:par>
                              <p:par>
                                <p:cTn id="194" presetID="1" presetClass="entr" presetSubtype="0" fill="hold" grpId="0" nodeType="withEffect">
                                  <p:stCondLst>
                                    <p:cond delay="920"/>
                                  </p:stCondLst>
                                  <p:childTnLst>
                                    <p:set>
                                      <p:cBhvr>
                                        <p:cTn id="195" dur="1" fill="hold">
                                          <p:stCondLst>
                                            <p:cond delay="0"/>
                                          </p:stCondLst>
                                        </p:cTn>
                                        <p:tgtEl>
                                          <p:spTgt spid="232"/>
                                        </p:tgtEl>
                                        <p:attrNameLst>
                                          <p:attrName>style.visibility</p:attrName>
                                        </p:attrNameLst>
                                      </p:cBhvr>
                                      <p:to>
                                        <p:strVal val="visible"/>
                                      </p:to>
                                    </p:set>
                                    <p:anim calcmode="discrete" valueType="num">
                                      <p:cBhvr additive="base">
                                        <p:cTn id="196" dur="1" fill="hold">
                                          <p:stCondLst>
                                            <p:cond delay="0"/>
                                          </p:stCondLst>
                                        </p:cTn>
                                        <p:tgtEl>
                                          <p:spTgt spid="232"/>
                                        </p:tgtEl>
                                        <p:attrNameLst>
                                          <p:attrName>ppt_x</p:attrName>
                                        </p:attrNameLst>
                                      </p:cBhvr>
                                      <p:tavLst>
                                        <p:tav tm="0">
                                          <p:val>
                                            <p:strVal val="#ppt_x-1"/>
                                          </p:val>
                                        </p:tav>
                                        <p:tav tm="100000">
                                          <p:val>
                                            <p:strVal val="#ppt_x-1"/>
                                          </p:val>
                                        </p:tav>
                                      </p:tavLst>
                                    </p:anim>
                                  </p:childTnLst>
                                </p:cTn>
                              </p:par>
                              <p:par>
                                <p:cTn id="197" presetID="1" presetClass="exit" presetSubtype="0" fill="hold" grpId="1" nodeType="withEffect">
                                  <p:stCondLst>
                                    <p:cond delay="962"/>
                                  </p:stCondLst>
                                  <p:childTnLst>
                                    <p:set>
                                      <p:cBhvr>
                                        <p:cTn id="198" dur="1" fill="hold">
                                          <p:stCondLst>
                                            <p:cond delay="0"/>
                                          </p:stCondLst>
                                        </p:cTn>
                                        <p:tgtEl>
                                          <p:spTgt spid="232"/>
                                        </p:tgtEl>
                                        <p:attrNameLst>
                                          <p:attrName>style.visibility</p:attrName>
                                        </p:attrNameLst>
                                      </p:cBhvr>
                                      <p:to>
                                        <p:strVal val="hidden"/>
                                      </p:to>
                                    </p:set>
                                  </p:childTnLst>
                                </p:cTn>
                              </p:par>
                              <p:par>
                                <p:cTn id="199" presetID="1" presetClass="entr" presetSubtype="0" fill="hold" grpId="0" nodeType="withEffect">
                                  <p:stCondLst>
                                    <p:cond delay="962"/>
                                  </p:stCondLst>
                                  <p:childTnLst>
                                    <p:set>
                                      <p:cBhvr>
                                        <p:cTn id="200" dur="1" fill="hold">
                                          <p:stCondLst>
                                            <p:cond delay="0"/>
                                          </p:stCondLst>
                                        </p:cTn>
                                        <p:tgtEl>
                                          <p:spTgt spid="233"/>
                                        </p:tgtEl>
                                        <p:attrNameLst>
                                          <p:attrName>style.visibility</p:attrName>
                                        </p:attrNameLst>
                                      </p:cBhvr>
                                      <p:to>
                                        <p:strVal val="visible"/>
                                      </p:to>
                                    </p:set>
                                    <p:anim calcmode="discrete" valueType="num">
                                      <p:cBhvr additive="base">
                                        <p:cTn id="201" dur="1" fill="hold">
                                          <p:stCondLst>
                                            <p:cond delay="0"/>
                                          </p:stCondLst>
                                        </p:cTn>
                                        <p:tgtEl>
                                          <p:spTgt spid="233"/>
                                        </p:tgtEl>
                                        <p:attrNameLst>
                                          <p:attrName>ppt_x</p:attrName>
                                        </p:attrNameLst>
                                      </p:cBhvr>
                                      <p:tavLst>
                                        <p:tav tm="0">
                                          <p:val>
                                            <p:strVal val="#ppt_x-1"/>
                                          </p:val>
                                        </p:tav>
                                        <p:tav tm="100000">
                                          <p:val>
                                            <p:strVal val="#ppt_x-1"/>
                                          </p:val>
                                        </p:tav>
                                      </p:tavLst>
                                    </p:anim>
                                  </p:childTnLst>
                                </p:cTn>
                              </p:par>
                              <p:par>
                                <p:cTn id="202" presetID="1" presetClass="exit" presetSubtype="0" fill="hold" grpId="1" nodeType="withEffect">
                                  <p:stCondLst>
                                    <p:cond delay="1028"/>
                                  </p:stCondLst>
                                  <p:childTnLst>
                                    <p:set>
                                      <p:cBhvr>
                                        <p:cTn id="203" dur="1" fill="hold">
                                          <p:stCondLst>
                                            <p:cond delay="0"/>
                                          </p:stCondLst>
                                        </p:cTn>
                                        <p:tgtEl>
                                          <p:spTgt spid="233"/>
                                        </p:tgtEl>
                                        <p:attrNameLst>
                                          <p:attrName>style.visibility</p:attrName>
                                        </p:attrNameLst>
                                      </p:cBhvr>
                                      <p:to>
                                        <p:strVal val="hidden"/>
                                      </p:to>
                                    </p:set>
                                  </p:childTnLst>
                                </p:cTn>
                              </p:par>
                              <p:par>
                                <p:cTn id="204" presetID="1" presetClass="entr" presetSubtype="0" fill="hold" grpId="0" nodeType="withEffect">
                                  <p:stCondLst>
                                    <p:cond delay="1028"/>
                                  </p:stCondLst>
                                  <p:childTnLst>
                                    <p:set>
                                      <p:cBhvr>
                                        <p:cTn id="205" dur="1" fill="hold">
                                          <p:stCondLst>
                                            <p:cond delay="0"/>
                                          </p:stCondLst>
                                        </p:cTn>
                                        <p:tgtEl>
                                          <p:spTgt spid="234"/>
                                        </p:tgtEl>
                                        <p:attrNameLst>
                                          <p:attrName>style.visibility</p:attrName>
                                        </p:attrNameLst>
                                      </p:cBhvr>
                                      <p:to>
                                        <p:strVal val="visible"/>
                                      </p:to>
                                    </p:set>
                                    <p:anim calcmode="discrete" valueType="num">
                                      <p:cBhvr additive="base">
                                        <p:cTn id="206" dur="1" fill="hold">
                                          <p:stCondLst>
                                            <p:cond delay="0"/>
                                          </p:stCondLst>
                                        </p:cTn>
                                        <p:tgtEl>
                                          <p:spTgt spid="234"/>
                                        </p:tgtEl>
                                        <p:attrNameLst>
                                          <p:attrName>ppt_x</p:attrName>
                                        </p:attrNameLst>
                                      </p:cBhvr>
                                      <p:tavLst>
                                        <p:tav tm="0">
                                          <p:val>
                                            <p:strVal val="#ppt_x-1"/>
                                          </p:val>
                                        </p:tav>
                                        <p:tav tm="100000">
                                          <p:val>
                                            <p:strVal val="#ppt_x-1"/>
                                          </p:val>
                                        </p:tav>
                                      </p:tavLst>
                                    </p:anim>
                                  </p:childTnLst>
                                </p:cTn>
                              </p:par>
                              <p:par>
                                <p:cTn id="207" presetID="1" presetClass="exit" presetSubtype="0" fill="hold" grpId="1" nodeType="withEffect">
                                  <p:stCondLst>
                                    <p:cond delay="1107"/>
                                  </p:stCondLst>
                                  <p:childTnLst>
                                    <p:set>
                                      <p:cBhvr>
                                        <p:cTn id="208" dur="1" fill="hold">
                                          <p:stCondLst>
                                            <p:cond delay="0"/>
                                          </p:stCondLst>
                                        </p:cTn>
                                        <p:tgtEl>
                                          <p:spTgt spid="234"/>
                                        </p:tgtEl>
                                        <p:attrNameLst>
                                          <p:attrName>style.visibility</p:attrName>
                                        </p:attrNameLst>
                                      </p:cBhvr>
                                      <p:to>
                                        <p:strVal val="hidden"/>
                                      </p:to>
                                    </p:set>
                                  </p:childTnLst>
                                </p:cTn>
                              </p:par>
                              <p:par>
                                <p:cTn id="209" presetID="1" presetClass="entr" presetSubtype="0" fill="hold" grpId="0" nodeType="withEffect">
                                  <p:stCondLst>
                                    <p:cond delay="1107"/>
                                  </p:stCondLst>
                                  <p:childTnLst>
                                    <p:set>
                                      <p:cBhvr>
                                        <p:cTn id="210" dur="1" fill="hold">
                                          <p:stCondLst>
                                            <p:cond delay="0"/>
                                          </p:stCondLst>
                                        </p:cTn>
                                        <p:tgtEl>
                                          <p:spTgt spid="235"/>
                                        </p:tgtEl>
                                        <p:attrNameLst>
                                          <p:attrName>style.visibility</p:attrName>
                                        </p:attrNameLst>
                                      </p:cBhvr>
                                      <p:to>
                                        <p:strVal val="visible"/>
                                      </p:to>
                                    </p:set>
                                    <p:anim calcmode="discrete" valueType="num">
                                      <p:cBhvr additive="base">
                                        <p:cTn id="211" dur="1" fill="hold">
                                          <p:stCondLst>
                                            <p:cond delay="0"/>
                                          </p:stCondLst>
                                        </p:cTn>
                                        <p:tgtEl>
                                          <p:spTgt spid="235"/>
                                        </p:tgtEl>
                                        <p:attrNameLst>
                                          <p:attrName>ppt_x</p:attrName>
                                        </p:attrNameLst>
                                      </p:cBhvr>
                                      <p:tavLst>
                                        <p:tav tm="0">
                                          <p:val>
                                            <p:strVal val="#ppt_x-1"/>
                                          </p:val>
                                        </p:tav>
                                        <p:tav tm="100000">
                                          <p:val>
                                            <p:strVal val="#ppt_x-1"/>
                                          </p:val>
                                        </p:tav>
                                      </p:tavLst>
                                    </p:anim>
                                  </p:childTnLst>
                                </p:cTn>
                              </p:par>
                              <p:par>
                                <p:cTn id="212" presetID="1" presetClass="exit" presetSubtype="0" fill="hold" grpId="1" nodeType="withEffect">
                                  <p:stCondLst>
                                    <p:cond delay="1196"/>
                                  </p:stCondLst>
                                  <p:childTnLst>
                                    <p:set>
                                      <p:cBhvr>
                                        <p:cTn id="213" dur="1" fill="hold">
                                          <p:stCondLst>
                                            <p:cond delay="0"/>
                                          </p:stCondLst>
                                        </p:cTn>
                                        <p:tgtEl>
                                          <p:spTgt spid="235"/>
                                        </p:tgtEl>
                                        <p:attrNameLst>
                                          <p:attrName>style.visibility</p:attrName>
                                        </p:attrNameLst>
                                      </p:cBhvr>
                                      <p:to>
                                        <p:strVal val="hidden"/>
                                      </p:to>
                                    </p:set>
                                  </p:childTnLst>
                                </p:cTn>
                              </p:par>
                              <p:par>
                                <p:cTn id="214" presetID="1" presetClass="entr" presetSubtype="0" fill="hold" grpId="0" nodeType="withEffect">
                                  <p:stCondLst>
                                    <p:cond delay="1196"/>
                                  </p:stCondLst>
                                  <p:childTnLst>
                                    <p:set>
                                      <p:cBhvr>
                                        <p:cTn id="215" dur="1" fill="hold">
                                          <p:stCondLst>
                                            <p:cond delay="0"/>
                                          </p:stCondLst>
                                        </p:cTn>
                                        <p:tgtEl>
                                          <p:spTgt spid="236"/>
                                        </p:tgtEl>
                                        <p:attrNameLst>
                                          <p:attrName>style.visibility</p:attrName>
                                        </p:attrNameLst>
                                      </p:cBhvr>
                                      <p:to>
                                        <p:strVal val="visible"/>
                                      </p:to>
                                    </p:set>
                                    <p:anim calcmode="discrete" valueType="num">
                                      <p:cBhvr additive="base">
                                        <p:cTn id="216" dur="1" fill="hold">
                                          <p:stCondLst>
                                            <p:cond delay="0"/>
                                          </p:stCondLst>
                                        </p:cTn>
                                        <p:tgtEl>
                                          <p:spTgt spid="236"/>
                                        </p:tgtEl>
                                        <p:attrNameLst>
                                          <p:attrName>ppt_x</p:attrName>
                                        </p:attrNameLst>
                                      </p:cBhvr>
                                      <p:tavLst>
                                        <p:tav tm="0">
                                          <p:val>
                                            <p:strVal val="#ppt_x-1"/>
                                          </p:val>
                                        </p:tav>
                                        <p:tav tm="100000">
                                          <p:val>
                                            <p:strVal val="#ppt_x-1"/>
                                          </p:val>
                                        </p:tav>
                                      </p:tavLst>
                                    </p:anim>
                                  </p:childTnLst>
                                </p:cTn>
                              </p:par>
                              <p:par>
                                <p:cTn id="217" presetID="1" presetClass="exit" presetSubtype="0" fill="hold" grpId="1" nodeType="withEffect">
                                  <p:stCondLst>
                                    <p:cond delay="1293"/>
                                  </p:stCondLst>
                                  <p:childTnLst>
                                    <p:set>
                                      <p:cBhvr>
                                        <p:cTn id="218" dur="1" fill="hold">
                                          <p:stCondLst>
                                            <p:cond delay="0"/>
                                          </p:stCondLst>
                                        </p:cTn>
                                        <p:tgtEl>
                                          <p:spTgt spid="236"/>
                                        </p:tgtEl>
                                        <p:attrNameLst>
                                          <p:attrName>style.visibility</p:attrName>
                                        </p:attrNameLst>
                                      </p:cBhvr>
                                      <p:to>
                                        <p:strVal val="hidden"/>
                                      </p:to>
                                    </p:set>
                                  </p:childTnLst>
                                </p:cTn>
                              </p:par>
                              <p:par>
                                <p:cTn id="219" presetID="1" presetClass="entr" presetSubtype="0" fill="hold" grpId="0" nodeType="withEffect">
                                  <p:stCondLst>
                                    <p:cond delay="1293"/>
                                  </p:stCondLst>
                                  <p:childTnLst>
                                    <p:set>
                                      <p:cBhvr>
                                        <p:cTn id="220" dur="1" fill="hold">
                                          <p:stCondLst>
                                            <p:cond delay="0"/>
                                          </p:stCondLst>
                                        </p:cTn>
                                        <p:tgtEl>
                                          <p:spTgt spid="237"/>
                                        </p:tgtEl>
                                        <p:attrNameLst>
                                          <p:attrName>style.visibility</p:attrName>
                                        </p:attrNameLst>
                                      </p:cBhvr>
                                      <p:to>
                                        <p:strVal val="visible"/>
                                      </p:to>
                                    </p:set>
                                    <p:anim calcmode="discrete" valueType="num">
                                      <p:cBhvr additive="base">
                                        <p:cTn id="221" dur="1" fill="hold">
                                          <p:stCondLst>
                                            <p:cond delay="0"/>
                                          </p:stCondLst>
                                        </p:cTn>
                                        <p:tgtEl>
                                          <p:spTgt spid="237"/>
                                        </p:tgtEl>
                                        <p:attrNameLst>
                                          <p:attrName>ppt_x</p:attrName>
                                        </p:attrNameLst>
                                      </p:cBhvr>
                                      <p:tavLst>
                                        <p:tav tm="0">
                                          <p:val>
                                            <p:strVal val="#ppt_x-1"/>
                                          </p:val>
                                        </p:tav>
                                        <p:tav tm="100000">
                                          <p:val>
                                            <p:strVal val="#ppt_x-1"/>
                                          </p:val>
                                        </p:tav>
                                      </p:tavLst>
                                    </p:anim>
                                  </p:childTnLst>
                                </p:cTn>
                              </p:par>
                              <p:par>
                                <p:cTn id="222" presetID="1" presetClass="exit" presetSubtype="0" fill="hold" grpId="1" nodeType="withEffect">
                                  <p:stCondLst>
                                    <p:cond delay="1397"/>
                                  </p:stCondLst>
                                  <p:childTnLst>
                                    <p:set>
                                      <p:cBhvr>
                                        <p:cTn id="223" dur="1" fill="hold">
                                          <p:stCondLst>
                                            <p:cond delay="0"/>
                                          </p:stCondLst>
                                        </p:cTn>
                                        <p:tgtEl>
                                          <p:spTgt spid="237"/>
                                        </p:tgtEl>
                                        <p:attrNameLst>
                                          <p:attrName>style.visibility</p:attrName>
                                        </p:attrNameLst>
                                      </p:cBhvr>
                                      <p:to>
                                        <p:strVal val="hidden"/>
                                      </p:to>
                                    </p:set>
                                  </p:childTnLst>
                                </p:cTn>
                              </p:par>
                              <p:par>
                                <p:cTn id="224" presetID="1" presetClass="entr" presetSubtype="0" fill="hold" grpId="0" nodeType="withEffect">
                                  <p:stCondLst>
                                    <p:cond delay="1397"/>
                                  </p:stCondLst>
                                  <p:childTnLst>
                                    <p:set>
                                      <p:cBhvr>
                                        <p:cTn id="225" dur="1" fill="hold">
                                          <p:stCondLst>
                                            <p:cond delay="0"/>
                                          </p:stCondLst>
                                        </p:cTn>
                                        <p:tgtEl>
                                          <p:spTgt spid="238"/>
                                        </p:tgtEl>
                                        <p:attrNameLst>
                                          <p:attrName>style.visibility</p:attrName>
                                        </p:attrNameLst>
                                      </p:cBhvr>
                                      <p:to>
                                        <p:strVal val="visible"/>
                                      </p:to>
                                    </p:set>
                                    <p:anim calcmode="discrete" valueType="num">
                                      <p:cBhvr additive="base">
                                        <p:cTn id="226" dur="1" fill="hold">
                                          <p:stCondLst>
                                            <p:cond delay="0"/>
                                          </p:stCondLst>
                                        </p:cTn>
                                        <p:tgtEl>
                                          <p:spTgt spid="238"/>
                                        </p:tgtEl>
                                        <p:attrNameLst>
                                          <p:attrName>ppt_x</p:attrName>
                                        </p:attrNameLst>
                                      </p:cBhvr>
                                      <p:tavLst>
                                        <p:tav tm="0">
                                          <p:val>
                                            <p:strVal val="#ppt_x-1"/>
                                          </p:val>
                                        </p:tav>
                                        <p:tav tm="100000">
                                          <p:val>
                                            <p:strVal val="#ppt_x-1"/>
                                          </p:val>
                                        </p:tav>
                                      </p:tavLst>
                                    </p:anim>
                                  </p:childTnLst>
                                </p:cTn>
                              </p:par>
                              <p:par>
                                <p:cTn id="227" presetID="1" presetClass="exit" presetSubtype="0" fill="hold" grpId="1" nodeType="withEffect">
                                  <p:stCondLst>
                                    <p:cond delay="1508"/>
                                  </p:stCondLst>
                                  <p:childTnLst>
                                    <p:set>
                                      <p:cBhvr>
                                        <p:cTn id="228" dur="1" fill="hold">
                                          <p:stCondLst>
                                            <p:cond delay="0"/>
                                          </p:stCondLst>
                                        </p:cTn>
                                        <p:tgtEl>
                                          <p:spTgt spid="238"/>
                                        </p:tgtEl>
                                        <p:attrNameLst>
                                          <p:attrName>style.visibility</p:attrName>
                                        </p:attrNameLst>
                                      </p:cBhvr>
                                      <p:to>
                                        <p:strVal val="hidden"/>
                                      </p:to>
                                    </p:set>
                                  </p:childTnLst>
                                </p:cTn>
                              </p:par>
                              <p:par>
                                <p:cTn id="229" presetID="1" presetClass="entr" presetSubtype="0" fill="hold" grpId="0" nodeType="withEffect">
                                  <p:stCondLst>
                                    <p:cond delay="1508"/>
                                  </p:stCondLst>
                                  <p:childTnLst>
                                    <p:set>
                                      <p:cBhvr>
                                        <p:cTn id="230" dur="1" fill="hold">
                                          <p:stCondLst>
                                            <p:cond delay="0"/>
                                          </p:stCondLst>
                                        </p:cTn>
                                        <p:tgtEl>
                                          <p:spTgt spid="239"/>
                                        </p:tgtEl>
                                        <p:attrNameLst>
                                          <p:attrName>style.visibility</p:attrName>
                                        </p:attrNameLst>
                                      </p:cBhvr>
                                      <p:to>
                                        <p:strVal val="visible"/>
                                      </p:to>
                                    </p:set>
                                    <p:anim calcmode="discrete" valueType="num">
                                      <p:cBhvr additive="base">
                                        <p:cTn id="231" dur="1" fill="hold">
                                          <p:stCondLst>
                                            <p:cond delay="0"/>
                                          </p:stCondLst>
                                        </p:cTn>
                                        <p:tgtEl>
                                          <p:spTgt spid="239"/>
                                        </p:tgtEl>
                                        <p:attrNameLst>
                                          <p:attrName>ppt_x</p:attrName>
                                        </p:attrNameLst>
                                      </p:cBhvr>
                                      <p:tavLst>
                                        <p:tav tm="0">
                                          <p:val>
                                            <p:strVal val="#ppt_x-1"/>
                                          </p:val>
                                        </p:tav>
                                        <p:tav tm="100000">
                                          <p:val>
                                            <p:strVal val="#ppt_x-1"/>
                                          </p:val>
                                        </p:tav>
                                      </p:tavLst>
                                    </p:anim>
                                  </p:childTnLst>
                                </p:cTn>
                              </p:par>
                              <p:par>
                                <p:cTn id="232" presetID="1" presetClass="exit" presetSubtype="0" fill="hold" grpId="1" nodeType="withEffect">
                                  <p:stCondLst>
                                    <p:cond delay="1624"/>
                                  </p:stCondLst>
                                  <p:childTnLst>
                                    <p:set>
                                      <p:cBhvr>
                                        <p:cTn id="233" dur="1" fill="hold">
                                          <p:stCondLst>
                                            <p:cond delay="0"/>
                                          </p:stCondLst>
                                        </p:cTn>
                                        <p:tgtEl>
                                          <p:spTgt spid="239"/>
                                        </p:tgtEl>
                                        <p:attrNameLst>
                                          <p:attrName>style.visibility</p:attrName>
                                        </p:attrNameLst>
                                      </p:cBhvr>
                                      <p:to>
                                        <p:strVal val="hidden"/>
                                      </p:to>
                                    </p:set>
                                  </p:childTnLst>
                                </p:cTn>
                              </p:par>
                              <p:par>
                                <p:cTn id="234" presetID="1" presetClass="entr" presetSubtype="0" fill="hold" grpId="0" nodeType="withEffect">
                                  <p:stCondLst>
                                    <p:cond delay="1624"/>
                                  </p:stCondLst>
                                  <p:childTnLst>
                                    <p:set>
                                      <p:cBhvr>
                                        <p:cTn id="235" dur="1" fill="hold">
                                          <p:stCondLst>
                                            <p:cond delay="0"/>
                                          </p:stCondLst>
                                        </p:cTn>
                                        <p:tgtEl>
                                          <p:spTgt spid="240"/>
                                        </p:tgtEl>
                                        <p:attrNameLst>
                                          <p:attrName>style.visibility</p:attrName>
                                        </p:attrNameLst>
                                      </p:cBhvr>
                                      <p:to>
                                        <p:strVal val="visible"/>
                                      </p:to>
                                    </p:set>
                                    <p:anim calcmode="discrete" valueType="num">
                                      <p:cBhvr additive="base">
                                        <p:cTn id="236" dur="1" fill="hold">
                                          <p:stCondLst>
                                            <p:cond delay="0"/>
                                          </p:stCondLst>
                                        </p:cTn>
                                        <p:tgtEl>
                                          <p:spTgt spid="240"/>
                                        </p:tgtEl>
                                        <p:attrNameLst>
                                          <p:attrName>ppt_x</p:attrName>
                                        </p:attrNameLst>
                                      </p:cBhvr>
                                      <p:tavLst>
                                        <p:tav tm="0">
                                          <p:val>
                                            <p:strVal val="#ppt_x-1"/>
                                          </p:val>
                                        </p:tav>
                                        <p:tav tm="100000">
                                          <p:val>
                                            <p:strVal val="#ppt_x-1"/>
                                          </p:val>
                                        </p:tav>
                                      </p:tavLst>
                                    </p:anim>
                                  </p:childTnLst>
                                </p:cTn>
                              </p:par>
                              <p:par>
                                <p:cTn id="237" presetID="1" presetClass="exit" presetSubtype="0" fill="hold" grpId="1" nodeType="withEffect">
                                  <p:stCondLst>
                                    <p:cond delay="1746"/>
                                  </p:stCondLst>
                                  <p:childTnLst>
                                    <p:set>
                                      <p:cBhvr>
                                        <p:cTn id="238" dur="1" fill="hold">
                                          <p:stCondLst>
                                            <p:cond delay="0"/>
                                          </p:stCondLst>
                                        </p:cTn>
                                        <p:tgtEl>
                                          <p:spTgt spid="240"/>
                                        </p:tgtEl>
                                        <p:attrNameLst>
                                          <p:attrName>style.visibility</p:attrName>
                                        </p:attrNameLst>
                                      </p:cBhvr>
                                      <p:to>
                                        <p:strVal val="hidden"/>
                                      </p:to>
                                    </p:set>
                                  </p:childTnLst>
                                </p:cTn>
                              </p:par>
                              <p:par>
                                <p:cTn id="239" presetID="1" presetClass="entr" presetSubtype="0" fill="hold" grpId="0" nodeType="withEffect">
                                  <p:stCondLst>
                                    <p:cond delay="1746"/>
                                  </p:stCondLst>
                                  <p:childTnLst>
                                    <p:set>
                                      <p:cBhvr>
                                        <p:cTn id="240" dur="1" fill="hold">
                                          <p:stCondLst>
                                            <p:cond delay="0"/>
                                          </p:stCondLst>
                                        </p:cTn>
                                        <p:tgtEl>
                                          <p:spTgt spid="241"/>
                                        </p:tgtEl>
                                        <p:attrNameLst>
                                          <p:attrName>style.visibility</p:attrName>
                                        </p:attrNameLst>
                                      </p:cBhvr>
                                      <p:to>
                                        <p:strVal val="visible"/>
                                      </p:to>
                                    </p:set>
                                    <p:anim calcmode="discrete" valueType="num">
                                      <p:cBhvr additive="base">
                                        <p:cTn id="241" dur="1" fill="hold">
                                          <p:stCondLst>
                                            <p:cond delay="0"/>
                                          </p:stCondLst>
                                        </p:cTn>
                                        <p:tgtEl>
                                          <p:spTgt spid="241"/>
                                        </p:tgtEl>
                                        <p:attrNameLst>
                                          <p:attrName>ppt_x</p:attrName>
                                        </p:attrNameLst>
                                      </p:cBhvr>
                                      <p:tavLst>
                                        <p:tav tm="0">
                                          <p:val>
                                            <p:strVal val="#ppt_x-1"/>
                                          </p:val>
                                        </p:tav>
                                        <p:tav tm="100000">
                                          <p:val>
                                            <p:strVal val="#ppt_x-1"/>
                                          </p:val>
                                        </p:tav>
                                      </p:tavLst>
                                    </p:anim>
                                  </p:childTnLst>
                                </p:cTn>
                              </p:par>
                              <p:par>
                                <p:cTn id="242" presetID="1" presetClass="exit" presetSubtype="0" fill="hold" grpId="1" nodeType="withEffect">
                                  <p:stCondLst>
                                    <p:cond delay="1872"/>
                                  </p:stCondLst>
                                  <p:childTnLst>
                                    <p:set>
                                      <p:cBhvr>
                                        <p:cTn id="243" dur="1" fill="hold">
                                          <p:stCondLst>
                                            <p:cond delay="0"/>
                                          </p:stCondLst>
                                        </p:cTn>
                                        <p:tgtEl>
                                          <p:spTgt spid="241"/>
                                        </p:tgtEl>
                                        <p:attrNameLst>
                                          <p:attrName>style.visibility</p:attrName>
                                        </p:attrNameLst>
                                      </p:cBhvr>
                                      <p:to>
                                        <p:strVal val="hidden"/>
                                      </p:to>
                                    </p:set>
                                  </p:childTnLst>
                                </p:cTn>
                              </p:par>
                              <p:par>
                                <p:cTn id="244" presetID="1" presetClass="entr" presetSubtype="0" fill="hold" grpId="0" nodeType="withEffect">
                                  <p:stCondLst>
                                    <p:cond delay="1872"/>
                                  </p:stCondLst>
                                  <p:childTnLst>
                                    <p:set>
                                      <p:cBhvr>
                                        <p:cTn id="245" dur="1" fill="hold">
                                          <p:stCondLst>
                                            <p:cond delay="0"/>
                                          </p:stCondLst>
                                        </p:cTn>
                                        <p:tgtEl>
                                          <p:spTgt spid="242"/>
                                        </p:tgtEl>
                                        <p:attrNameLst>
                                          <p:attrName>style.visibility</p:attrName>
                                        </p:attrNameLst>
                                      </p:cBhvr>
                                      <p:to>
                                        <p:strVal val="visible"/>
                                      </p:to>
                                    </p:set>
                                    <p:anim calcmode="discrete" valueType="num">
                                      <p:cBhvr additive="base">
                                        <p:cTn id="246" dur="1" fill="hold">
                                          <p:stCondLst>
                                            <p:cond delay="0"/>
                                          </p:stCondLst>
                                        </p:cTn>
                                        <p:tgtEl>
                                          <p:spTgt spid="242"/>
                                        </p:tgtEl>
                                        <p:attrNameLst>
                                          <p:attrName>ppt_x</p:attrName>
                                        </p:attrNameLst>
                                      </p:cBhvr>
                                      <p:tavLst>
                                        <p:tav tm="0">
                                          <p:val>
                                            <p:strVal val="#ppt_x-1"/>
                                          </p:val>
                                        </p:tav>
                                        <p:tav tm="100000">
                                          <p:val>
                                            <p:strVal val="#ppt_x-1"/>
                                          </p:val>
                                        </p:tav>
                                      </p:tavLst>
                                    </p:anim>
                                  </p:childTnLst>
                                </p:cTn>
                              </p:par>
                              <p:par>
                                <p:cTn id="247" presetID="1" presetClass="exit" presetSubtype="0" fill="hold" grpId="1" nodeType="withEffect">
                                  <p:stCondLst>
                                    <p:cond delay="2003"/>
                                  </p:stCondLst>
                                  <p:childTnLst>
                                    <p:set>
                                      <p:cBhvr>
                                        <p:cTn id="248" dur="1" fill="hold">
                                          <p:stCondLst>
                                            <p:cond delay="0"/>
                                          </p:stCondLst>
                                        </p:cTn>
                                        <p:tgtEl>
                                          <p:spTgt spid="242"/>
                                        </p:tgtEl>
                                        <p:attrNameLst>
                                          <p:attrName>style.visibility</p:attrName>
                                        </p:attrNameLst>
                                      </p:cBhvr>
                                      <p:to>
                                        <p:strVal val="hidden"/>
                                      </p:to>
                                    </p:set>
                                  </p:childTnLst>
                                </p:cTn>
                              </p:par>
                              <p:par>
                                <p:cTn id="249" presetID="1" presetClass="entr" presetSubtype="0" fill="hold" grpId="0" nodeType="withEffect">
                                  <p:stCondLst>
                                    <p:cond delay="2003"/>
                                  </p:stCondLst>
                                  <p:childTnLst>
                                    <p:set>
                                      <p:cBhvr>
                                        <p:cTn id="250" dur="1" fill="hold">
                                          <p:stCondLst>
                                            <p:cond delay="0"/>
                                          </p:stCondLst>
                                        </p:cTn>
                                        <p:tgtEl>
                                          <p:spTgt spid="243"/>
                                        </p:tgtEl>
                                        <p:attrNameLst>
                                          <p:attrName>style.visibility</p:attrName>
                                        </p:attrNameLst>
                                      </p:cBhvr>
                                      <p:to>
                                        <p:strVal val="visible"/>
                                      </p:to>
                                    </p:set>
                                    <p:anim calcmode="discrete" valueType="num">
                                      <p:cBhvr additive="base">
                                        <p:cTn id="251" dur="1" fill="hold">
                                          <p:stCondLst>
                                            <p:cond delay="0"/>
                                          </p:stCondLst>
                                        </p:cTn>
                                        <p:tgtEl>
                                          <p:spTgt spid="243"/>
                                        </p:tgtEl>
                                        <p:attrNameLst>
                                          <p:attrName>ppt_x</p:attrName>
                                        </p:attrNameLst>
                                      </p:cBhvr>
                                      <p:tavLst>
                                        <p:tav tm="0">
                                          <p:val>
                                            <p:strVal val="#ppt_x-1"/>
                                          </p:val>
                                        </p:tav>
                                        <p:tav tm="100000">
                                          <p:val>
                                            <p:strVal val="#ppt_x-1"/>
                                          </p:val>
                                        </p:tav>
                                      </p:tavLst>
                                    </p:anim>
                                  </p:childTnLst>
                                </p:cTn>
                              </p:par>
                              <p:par>
                                <p:cTn id="252" presetID="1" presetClass="exit" presetSubtype="0" fill="hold" grpId="1" nodeType="withEffect">
                                  <p:stCondLst>
                                    <p:cond delay="2138"/>
                                  </p:stCondLst>
                                  <p:childTnLst>
                                    <p:set>
                                      <p:cBhvr>
                                        <p:cTn id="253" dur="1" fill="hold">
                                          <p:stCondLst>
                                            <p:cond delay="0"/>
                                          </p:stCondLst>
                                        </p:cTn>
                                        <p:tgtEl>
                                          <p:spTgt spid="243"/>
                                        </p:tgtEl>
                                        <p:attrNameLst>
                                          <p:attrName>style.visibility</p:attrName>
                                        </p:attrNameLst>
                                      </p:cBhvr>
                                      <p:to>
                                        <p:strVal val="hidden"/>
                                      </p:to>
                                    </p:set>
                                  </p:childTnLst>
                                </p:cTn>
                              </p:par>
                              <p:par>
                                <p:cTn id="254" presetID="1" presetClass="entr" presetSubtype="0" fill="hold" grpId="0" nodeType="withEffect">
                                  <p:stCondLst>
                                    <p:cond delay="2138"/>
                                  </p:stCondLst>
                                  <p:childTnLst>
                                    <p:set>
                                      <p:cBhvr>
                                        <p:cTn id="255" dur="1" fill="hold">
                                          <p:stCondLst>
                                            <p:cond delay="0"/>
                                          </p:stCondLst>
                                        </p:cTn>
                                        <p:tgtEl>
                                          <p:spTgt spid="244"/>
                                        </p:tgtEl>
                                        <p:attrNameLst>
                                          <p:attrName>style.visibility</p:attrName>
                                        </p:attrNameLst>
                                      </p:cBhvr>
                                      <p:to>
                                        <p:strVal val="visible"/>
                                      </p:to>
                                    </p:set>
                                    <p:anim calcmode="discrete" valueType="num">
                                      <p:cBhvr additive="base">
                                        <p:cTn id="256" dur="1" fill="hold">
                                          <p:stCondLst>
                                            <p:cond delay="0"/>
                                          </p:stCondLst>
                                        </p:cTn>
                                        <p:tgtEl>
                                          <p:spTgt spid="244"/>
                                        </p:tgtEl>
                                        <p:attrNameLst>
                                          <p:attrName>ppt_x</p:attrName>
                                        </p:attrNameLst>
                                      </p:cBhvr>
                                      <p:tavLst>
                                        <p:tav tm="0">
                                          <p:val>
                                            <p:strVal val="#ppt_x-1"/>
                                          </p:val>
                                        </p:tav>
                                        <p:tav tm="100000">
                                          <p:val>
                                            <p:strVal val="#ppt_x-1"/>
                                          </p:val>
                                        </p:tav>
                                      </p:tavLst>
                                    </p:anim>
                                  </p:childTnLst>
                                </p:cTn>
                              </p:par>
                              <p:par>
                                <p:cTn id="257" presetID="1" presetClass="exit" presetSubtype="0" fill="hold" grpId="1" nodeType="withEffect">
                                  <p:stCondLst>
                                    <p:cond delay="2277"/>
                                  </p:stCondLst>
                                  <p:childTnLst>
                                    <p:set>
                                      <p:cBhvr>
                                        <p:cTn id="258" dur="1" fill="hold">
                                          <p:stCondLst>
                                            <p:cond delay="0"/>
                                          </p:stCondLst>
                                        </p:cTn>
                                        <p:tgtEl>
                                          <p:spTgt spid="244"/>
                                        </p:tgtEl>
                                        <p:attrNameLst>
                                          <p:attrName>style.visibility</p:attrName>
                                        </p:attrNameLst>
                                      </p:cBhvr>
                                      <p:to>
                                        <p:strVal val="hidden"/>
                                      </p:to>
                                    </p:set>
                                  </p:childTnLst>
                                </p:cTn>
                              </p:par>
                              <p:par>
                                <p:cTn id="259" presetID="1" presetClass="entr" presetSubtype="0" fill="hold" grpId="0" nodeType="withEffect">
                                  <p:stCondLst>
                                    <p:cond delay="2277"/>
                                  </p:stCondLst>
                                  <p:childTnLst>
                                    <p:set>
                                      <p:cBhvr>
                                        <p:cTn id="260" dur="1" fill="hold">
                                          <p:stCondLst>
                                            <p:cond delay="0"/>
                                          </p:stCondLst>
                                        </p:cTn>
                                        <p:tgtEl>
                                          <p:spTgt spid="245"/>
                                        </p:tgtEl>
                                        <p:attrNameLst>
                                          <p:attrName>style.visibility</p:attrName>
                                        </p:attrNameLst>
                                      </p:cBhvr>
                                      <p:to>
                                        <p:strVal val="visible"/>
                                      </p:to>
                                    </p:set>
                                    <p:anim calcmode="discrete" valueType="num">
                                      <p:cBhvr additive="base">
                                        <p:cTn id="261" dur="1" fill="hold">
                                          <p:stCondLst>
                                            <p:cond delay="0"/>
                                          </p:stCondLst>
                                        </p:cTn>
                                        <p:tgtEl>
                                          <p:spTgt spid="245"/>
                                        </p:tgtEl>
                                        <p:attrNameLst>
                                          <p:attrName>ppt_x</p:attrName>
                                        </p:attrNameLst>
                                      </p:cBhvr>
                                      <p:tavLst>
                                        <p:tav tm="0">
                                          <p:val>
                                            <p:strVal val="#ppt_x-1"/>
                                          </p:val>
                                        </p:tav>
                                        <p:tav tm="100000">
                                          <p:val>
                                            <p:strVal val="#ppt_x-1"/>
                                          </p:val>
                                        </p:tav>
                                      </p:tavLst>
                                    </p:anim>
                                  </p:childTnLst>
                                </p:cTn>
                              </p:par>
                              <p:par>
                                <p:cTn id="262" presetID="1" presetClass="exit" presetSubtype="0" fill="hold" grpId="1" nodeType="withEffect">
                                  <p:stCondLst>
                                    <p:cond delay="2420"/>
                                  </p:stCondLst>
                                  <p:childTnLst>
                                    <p:set>
                                      <p:cBhvr>
                                        <p:cTn id="263" dur="1" fill="hold">
                                          <p:stCondLst>
                                            <p:cond delay="0"/>
                                          </p:stCondLst>
                                        </p:cTn>
                                        <p:tgtEl>
                                          <p:spTgt spid="245"/>
                                        </p:tgtEl>
                                        <p:attrNameLst>
                                          <p:attrName>style.visibility</p:attrName>
                                        </p:attrNameLst>
                                      </p:cBhvr>
                                      <p:to>
                                        <p:strVal val="hidden"/>
                                      </p:to>
                                    </p:set>
                                  </p:childTnLst>
                                </p:cTn>
                              </p:par>
                              <p:par>
                                <p:cTn id="264" presetID="10" presetClass="entr" presetSubtype="0" fill="hold" grpId="0" nodeType="withEffect">
                                  <p:stCondLst>
                                    <p:cond delay="2420"/>
                                  </p:stCondLst>
                                  <p:childTnLst>
                                    <p:set>
                                      <p:cBhvr>
                                        <p:cTn id="265" dur="1" fill="hold">
                                          <p:stCondLst>
                                            <p:cond delay="0"/>
                                          </p:stCondLst>
                                        </p:cTn>
                                        <p:tgtEl>
                                          <p:spTgt spid="202"/>
                                        </p:tgtEl>
                                        <p:attrNameLst>
                                          <p:attrName>style.visibility</p:attrName>
                                        </p:attrNameLst>
                                      </p:cBhvr>
                                      <p:to>
                                        <p:strVal val="visible"/>
                                      </p:to>
                                    </p:set>
                                    <p:animEffect transition="in" filter="fade">
                                      <p:cBhvr>
                                        <p:cTn id="266" dur="25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 grpId="0" animBg="1"/>
      <p:bldP spid="193" grpId="0" animBg="1"/>
      <p:bldP spid="194" grpId="0" animBg="1"/>
      <p:bldP spid="195" grpId="0" animBg="1"/>
      <p:bldP spid="204" grpId="0" animBg="1"/>
      <p:bldP spid="204" grpId="1" animBg="1"/>
      <p:bldP spid="205" grpId="0" animBg="1"/>
      <p:bldP spid="205" grpId="1" animBg="1"/>
      <p:bldP spid="206" grpId="0" animBg="1"/>
      <p:bldP spid="206" grpId="1" animBg="1"/>
      <p:bldP spid="207" grpId="0" animBg="1"/>
      <p:bldP spid="207" grpId="1" animBg="1"/>
      <p:bldP spid="208" grpId="0" animBg="1"/>
      <p:bldP spid="208" grpId="1" animBg="1"/>
      <p:bldP spid="209" grpId="0" animBg="1"/>
      <p:bldP spid="209" grpId="1" animBg="1"/>
      <p:bldP spid="210" grpId="0" animBg="1"/>
      <p:bldP spid="210" grpId="1" animBg="1"/>
      <p:bldP spid="211" grpId="0" animBg="1"/>
      <p:bldP spid="211" grpId="1" animBg="1"/>
      <p:bldP spid="212" grpId="0" animBg="1"/>
      <p:bldP spid="212" grpId="1" animBg="1"/>
      <p:bldP spid="213" grpId="0" animBg="1"/>
      <p:bldP spid="213" grpId="1" animBg="1"/>
      <p:bldP spid="214" grpId="0" animBg="1"/>
      <p:bldP spid="214" grpId="1" animBg="1"/>
      <p:bldP spid="215" grpId="0" animBg="1"/>
      <p:bldP spid="215" grpId="1" animBg="1"/>
      <p:bldP spid="216" grpId="0" animBg="1"/>
      <p:bldP spid="216" grpId="1" animBg="1"/>
      <p:bldP spid="217" grpId="0" animBg="1"/>
      <p:bldP spid="217" grpId="1" animBg="1"/>
      <p:bldP spid="218" grpId="0" animBg="1"/>
      <p:bldP spid="218" grpId="1" animBg="1"/>
      <p:bldP spid="196" grpId="0" animBg="1"/>
      <p:bldP spid="197" grpId="0" animBg="1"/>
      <p:bldP spid="198" grpId="0" animBg="1"/>
      <p:bldP spid="219" grpId="0" animBg="1"/>
      <p:bldP spid="219" grpId="1" animBg="1"/>
      <p:bldP spid="220" grpId="0" animBg="1"/>
      <p:bldP spid="220" grpId="1" animBg="1"/>
      <p:bldP spid="221" grpId="0" animBg="1"/>
      <p:bldP spid="221" grpId="1" animBg="1"/>
      <p:bldP spid="222" grpId="0" animBg="1"/>
      <p:bldP spid="222" grpId="1" animBg="1"/>
      <p:bldP spid="223" grpId="0" animBg="1"/>
      <p:bldP spid="223" grpId="1" animBg="1"/>
      <p:bldP spid="224" grpId="0" animBg="1"/>
      <p:bldP spid="224" grpId="1" animBg="1"/>
      <p:bldP spid="225" grpId="0" animBg="1"/>
      <p:bldP spid="225" grpId="1" animBg="1"/>
      <p:bldP spid="226" grpId="0" animBg="1"/>
      <p:bldP spid="226" grpId="1" animBg="1"/>
      <p:bldP spid="227" grpId="0" animBg="1"/>
      <p:bldP spid="227" grpId="1" animBg="1"/>
      <p:bldP spid="228" grpId="0" animBg="1"/>
      <p:bldP spid="228" grpId="1" animBg="1"/>
      <p:bldP spid="229" grpId="0" animBg="1"/>
      <p:bldP spid="229" grpId="1" animBg="1"/>
      <p:bldP spid="230" grpId="0" animBg="1"/>
      <p:bldP spid="230" grpId="1" animBg="1"/>
      <p:bldP spid="231" grpId="0" animBg="1"/>
      <p:bldP spid="231" grpId="1" animBg="1"/>
      <p:bldP spid="199" grpId="0" animBg="1"/>
      <p:bldP spid="200" grpId="0" animBg="1"/>
      <p:bldP spid="201" grpId="0" animBg="1"/>
      <p:bldP spid="232" grpId="0" animBg="1"/>
      <p:bldP spid="232" grpId="1" animBg="1"/>
      <p:bldP spid="233" grpId="0" animBg="1"/>
      <p:bldP spid="233" grpId="1" animBg="1"/>
      <p:bldP spid="234" grpId="0" animBg="1"/>
      <p:bldP spid="234" grpId="1" animBg="1"/>
      <p:bldP spid="235" grpId="0" animBg="1"/>
      <p:bldP spid="235" grpId="1" animBg="1"/>
      <p:bldP spid="236" grpId="0" animBg="1"/>
      <p:bldP spid="236" grpId="1" animBg="1"/>
      <p:bldP spid="237" grpId="0" animBg="1"/>
      <p:bldP spid="237" grpId="1" animBg="1"/>
      <p:bldP spid="238" grpId="0" animBg="1"/>
      <p:bldP spid="238" grpId="1" animBg="1"/>
      <p:bldP spid="239" grpId="0" animBg="1"/>
      <p:bldP spid="239" grpId="1" animBg="1"/>
      <p:bldP spid="240" grpId="0" animBg="1"/>
      <p:bldP spid="240" grpId="1" animBg="1"/>
      <p:bldP spid="241" grpId="0" animBg="1"/>
      <p:bldP spid="241" grpId="1" animBg="1"/>
      <p:bldP spid="242" grpId="0" animBg="1"/>
      <p:bldP spid="242" grpId="1" animBg="1"/>
      <p:bldP spid="243" grpId="0" animBg="1"/>
      <p:bldP spid="243" grpId="1" animBg="1"/>
      <p:bldP spid="244" grpId="0" animBg="1"/>
      <p:bldP spid="244" grpId="1" animBg="1"/>
      <p:bldP spid="245" grpId="0" animBg="1"/>
      <p:bldP spid="245" grpId="1" animBg="1"/>
      <p:bldP spid="202" grpId="0" animBg="1"/>
      <p:bldP spid="20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1"/>
        <p:cNvGrpSpPr/>
        <p:nvPr/>
      </p:nvGrpSpPr>
      <p:grpSpPr>
        <a:xfrm>
          <a:off x="0" y="0"/>
          <a:ext cx="0" cy="0"/>
          <a:chOff x="0" y="0"/>
          <a:chExt cx="0" cy="0"/>
        </a:xfrm>
      </p:grpSpPr>
      <p:pic>
        <p:nvPicPr>
          <p:cNvPr id="204" name="Idea photo 204"/>
          <p:cNvPicPr>
            <a:picLocks noChangeAspect="1"/>
          </p:cNvPicPr>
          <p:nvPr/>
        </p:nvPicPr>
        <p:blipFill>
          <a:blip r:embed="rId4"/>
          <a:srcRect t="11500" b="11500"/>
          <a:stretch>
            <a:fillRect/>
          </a:stretch>
        </p:blipFill>
        <p:spPr>
          <a:xfrm>
            <a:off x="457200" y="457200"/>
            <a:ext cx="2331720" cy="4224528"/>
          </a:xfrm>
          <a:prstGeom prst="roundRect">
            <a:avLst>
              <a:gd name="adj" fmla="val 7843"/>
            </a:avLst>
          </a:prstGeom>
          <a:ln w="9525">
            <a:solidFill>
              <a:srgbClr val="FFFFFF">
                <a:alpha val="18000"/>
              </a:srgbClr>
            </a:solidFill>
          </a:ln>
        </p:spPr>
      </p:pic>
      <p:sp>
        <p:nvSpPr>
          <p:cNvPr id="205" name="Kicker 205"/>
          <p:cNvSpPr txBox="1"/>
          <p:nvPr/>
        </p:nvSpPr>
        <p:spPr>
          <a:xfrm>
            <a:off x="3108960" y="365760"/>
            <a:ext cx="557784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07</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الفكرة</a:t>
            </a:r>
            <a:endParaRPr lang="ar-SA" sz="1200" dirty="0"/>
          </a:p>
        </p:txBody>
      </p:sp>
      <p:sp>
        <p:nvSpPr>
          <p:cNvPr id="206" name="Title 206"/>
          <p:cNvSpPr txBox="1"/>
          <p:nvPr/>
        </p:nvSpPr>
        <p:spPr>
          <a:xfrm>
            <a:off x="3108960" y="603504"/>
            <a:ext cx="557784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وصف الفكرة</a:t>
            </a:r>
            <a:endParaRPr lang="ar-SA" sz="1200" dirty="0"/>
          </a:p>
        </p:txBody>
      </p:sp>
      <p:sp>
        <p:nvSpPr>
          <p:cNvPr id="207" name="Pill 207"/>
          <p:cNvSpPr/>
          <p:nvPr/>
        </p:nvSpPr>
        <p:spPr>
          <a:xfrm>
            <a:off x="7772400" y="1243584"/>
            <a:ext cx="914400" cy="329184"/>
          </a:xfrm>
          <a:prstGeom prst="roundRect">
            <a:avLst>
              <a:gd name="adj" fmla="val 50000"/>
            </a:avLst>
          </a:prstGeom>
          <a:solidFill>
            <a:srgbClr val="8F82F5">
              <a:alpha val="16000"/>
            </a:srgbClr>
          </a:solidFill>
          <a:ln w="9525">
            <a:solidFill>
              <a:srgbClr val="8F82F5">
                <a:alpha val="55000"/>
              </a:srgbClr>
            </a:solidFill>
          </a:ln>
        </p:spPr>
        <p:txBody>
          <a:bodyPr wrap="square" lIns="0" tIns="0" rIns="0" bIns="0" rtlCol="0" anchor="ctr">
            <a:noAutofit/>
          </a:bodyPr>
          <a:lstStyle/>
          <a:p>
            <a:pPr marL="0" indent="0" algn="ctr" rtl="1">
              <a:lnSpc>
                <a:spcPct val="110000"/>
              </a:lnSpc>
              <a:spcBef>
                <a:spcPts val="0"/>
              </a:spcBef>
              <a:spcAft>
                <a:spcPts val="0"/>
              </a:spcAft>
              <a:buNone/>
            </a:pPr>
            <a:r>
              <a:rPr lang="ar-SA" sz="1250" b="1" dirty="0">
                <a:solidFill>
                  <a:srgbClr val="F5F5F8"/>
                </a:solidFill>
                <a:latin typeface="Tajawal"/>
                <a:ea typeface="Tajawal"/>
                <a:cs typeface="Tajawal"/>
              </a:rPr>
              <a:t>إدراك</a:t>
            </a:r>
            <a:endParaRPr lang="ar-SA" sz="1200" dirty="0"/>
          </a:p>
        </p:txBody>
      </p:sp>
      <p:sp>
        <p:nvSpPr>
          <p:cNvPr id="208" name="Pill 208"/>
          <p:cNvSpPr/>
          <p:nvPr/>
        </p:nvSpPr>
        <p:spPr>
          <a:xfrm>
            <a:off x="6729984" y="1243584"/>
            <a:ext cx="914400" cy="329184"/>
          </a:xfrm>
          <a:prstGeom prst="roundRect">
            <a:avLst>
              <a:gd name="adj" fmla="val 50000"/>
            </a:avLst>
          </a:prstGeom>
          <a:solidFill>
            <a:srgbClr val="8F82F5">
              <a:alpha val="16000"/>
            </a:srgbClr>
          </a:solidFill>
          <a:ln w="9525">
            <a:solidFill>
              <a:srgbClr val="8F82F5">
                <a:alpha val="55000"/>
              </a:srgbClr>
            </a:solidFill>
          </a:ln>
        </p:spPr>
        <p:txBody>
          <a:bodyPr wrap="square" lIns="0" tIns="0" rIns="0" bIns="0" rtlCol="0" anchor="ctr">
            <a:noAutofit/>
          </a:bodyPr>
          <a:lstStyle/>
          <a:p>
            <a:pPr marL="0" indent="0" algn="ctr" rtl="1">
              <a:lnSpc>
                <a:spcPct val="110000"/>
              </a:lnSpc>
              <a:spcBef>
                <a:spcPts val="0"/>
              </a:spcBef>
              <a:spcAft>
                <a:spcPts val="0"/>
              </a:spcAft>
              <a:buNone/>
            </a:pPr>
            <a:r>
              <a:rPr lang="ar-SA" sz="1250" b="1" dirty="0">
                <a:solidFill>
                  <a:srgbClr val="F5F5F8"/>
                </a:solidFill>
                <a:latin typeface="Tajawal"/>
                <a:ea typeface="Tajawal"/>
                <a:cs typeface="Tajawal"/>
              </a:rPr>
              <a:t>قرار</a:t>
            </a:r>
            <a:endParaRPr lang="ar-SA" sz="1200" dirty="0"/>
          </a:p>
        </p:txBody>
      </p:sp>
      <p:sp>
        <p:nvSpPr>
          <p:cNvPr id="209" name="Pill 209"/>
          <p:cNvSpPr/>
          <p:nvPr/>
        </p:nvSpPr>
        <p:spPr>
          <a:xfrm>
            <a:off x="5687568" y="1243584"/>
            <a:ext cx="914400" cy="329184"/>
          </a:xfrm>
          <a:prstGeom prst="roundRect">
            <a:avLst>
              <a:gd name="adj" fmla="val 50000"/>
            </a:avLst>
          </a:prstGeom>
          <a:solidFill>
            <a:srgbClr val="8F82F5">
              <a:alpha val="16000"/>
            </a:srgbClr>
          </a:solidFill>
          <a:ln w="9525">
            <a:solidFill>
              <a:srgbClr val="8F82F5">
                <a:alpha val="55000"/>
              </a:srgbClr>
            </a:solidFill>
          </a:ln>
        </p:spPr>
        <p:txBody>
          <a:bodyPr wrap="square" lIns="0" tIns="0" rIns="0" bIns="0" rtlCol="0" anchor="ctr">
            <a:noAutofit/>
          </a:bodyPr>
          <a:lstStyle/>
          <a:p>
            <a:pPr marL="0" indent="0" algn="ctr" rtl="1">
              <a:lnSpc>
                <a:spcPct val="110000"/>
              </a:lnSpc>
              <a:spcBef>
                <a:spcPts val="0"/>
              </a:spcBef>
              <a:spcAft>
                <a:spcPts val="0"/>
              </a:spcAft>
              <a:buNone/>
            </a:pPr>
            <a:r>
              <a:rPr lang="ar-SA" sz="1250" b="1" dirty="0">
                <a:solidFill>
                  <a:srgbClr val="F5F5F8"/>
                </a:solidFill>
                <a:latin typeface="Tajawal"/>
                <a:ea typeface="Tajawal"/>
                <a:cs typeface="Tajawal"/>
              </a:rPr>
              <a:t>تنفيذ</a:t>
            </a:r>
            <a:endParaRPr lang="ar-SA" sz="1200" dirty="0"/>
          </a:p>
        </p:txBody>
      </p:sp>
      <p:sp>
        <p:nvSpPr>
          <p:cNvPr id="210" name="Point card 210"/>
          <p:cNvSpPr/>
          <p:nvPr/>
        </p:nvSpPr>
        <p:spPr>
          <a:xfrm>
            <a:off x="3108960" y="1755648"/>
            <a:ext cx="5577840" cy="868680"/>
          </a:xfrm>
          <a:prstGeom prst="roundRect">
            <a:avLst>
              <a:gd name="adj" fmla="val 1473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11" name="Badge 211"/>
          <p:cNvSpPr/>
          <p:nvPr/>
        </p:nvSpPr>
        <p:spPr>
          <a:xfrm>
            <a:off x="8156448" y="1901952"/>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01</a:t>
            </a:r>
            <a:endParaRPr lang="ar-SA" sz="1200" dirty="0"/>
          </a:p>
        </p:txBody>
      </p:sp>
      <p:sp>
        <p:nvSpPr>
          <p:cNvPr id="212" name="Point text 212"/>
          <p:cNvSpPr txBox="1"/>
          <p:nvPr/>
        </p:nvSpPr>
        <p:spPr>
          <a:xfrm>
            <a:off x="3291840" y="1755648"/>
            <a:ext cx="4800600" cy="868680"/>
          </a:xfrm>
          <a:prstGeom prst="rect">
            <a:avLst/>
          </a:prstGeom>
          <a:noFill/>
          <a:ln>
            <a:noFill/>
          </a:ln>
        </p:spPr>
        <p:txBody>
          <a:bodyPr wrap="square" lIns="0" tIns="0" rIns="0" bIns="0" rtlCol="0" anchor="ctr">
            <a:noAutofit/>
          </a:bodyPr>
          <a:lstStyle/>
          <a:p>
            <a:pPr marL="0" indent="0" algn="r" rtl="1">
              <a:lnSpc>
                <a:spcPct val="125000"/>
              </a:lnSpc>
              <a:spcBef>
                <a:spcPts val="0"/>
              </a:spcBef>
              <a:spcAft>
                <a:spcPts val="0"/>
              </a:spcAft>
              <a:buNone/>
            </a:pPr>
            <a:r>
              <a:rPr lang="ar-SA" sz="1200" b="0" dirty="0">
                <a:solidFill>
                  <a:srgbClr val="F5F5F8"/>
                </a:solidFill>
                <a:latin typeface="Tajawal"/>
                <a:ea typeface="Tajawal"/>
                <a:cs typeface="Tajawal"/>
              </a:rPr>
              <a:t>نظام درون ذاتي مصمم لدعم مركبات الإسعاف والطوارئ داخل إكسبو 2030 الرياض، حيث قد تؤدي كثافة الزوار إلى تأخير وصول فرق الاستجابة.</a:t>
            </a:r>
            <a:endParaRPr lang="ar-SA" sz="1200" dirty="0"/>
          </a:p>
        </p:txBody>
      </p:sp>
      <p:sp>
        <p:nvSpPr>
          <p:cNvPr id="213" name="Point card 213"/>
          <p:cNvSpPr/>
          <p:nvPr/>
        </p:nvSpPr>
        <p:spPr>
          <a:xfrm>
            <a:off x="3108960" y="2743200"/>
            <a:ext cx="5577840" cy="1051560"/>
          </a:xfrm>
          <a:prstGeom prst="roundRect">
            <a:avLst>
              <a:gd name="adj" fmla="val 1217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14" name="Badge 214"/>
          <p:cNvSpPr/>
          <p:nvPr/>
        </p:nvSpPr>
        <p:spPr>
          <a:xfrm>
            <a:off x="8156448" y="2889504"/>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02</a:t>
            </a:r>
            <a:endParaRPr lang="ar-SA" sz="1200" dirty="0"/>
          </a:p>
        </p:txBody>
      </p:sp>
      <p:sp>
        <p:nvSpPr>
          <p:cNvPr id="215" name="Point text 215"/>
          <p:cNvSpPr txBox="1"/>
          <p:nvPr/>
        </p:nvSpPr>
        <p:spPr>
          <a:xfrm>
            <a:off x="3291840" y="2743200"/>
            <a:ext cx="4800600" cy="1051560"/>
          </a:xfrm>
          <a:prstGeom prst="rect">
            <a:avLst/>
          </a:prstGeom>
          <a:noFill/>
          <a:ln>
            <a:noFill/>
          </a:ln>
        </p:spPr>
        <p:txBody>
          <a:bodyPr wrap="square" lIns="0" tIns="0" rIns="0" bIns="0" rtlCol="0" anchor="ctr">
            <a:noAutofit/>
          </a:bodyPr>
          <a:lstStyle/>
          <a:p>
            <a:pPr marL="0" indent="0" algn="r" rtl="1">
              <a:lnSpc>
                <a:spcPct val="125000"/>
              </a:lnSpc>
              <a:spcBef>
                <a:spcPts val="0"/>
              </a:spcBef>
              <a:spcAft>
                <a:spcPts val="0"/>
              </a:spcAft>
              <a:buNone/>
            </a:pPr>
            <a:r>
              <a:rPr lang="ar-SA" sz="1200" b="0" dirty="0">
                <a:solidFill>
                  <a:srgbClr val="F5F5F8"/>
                </a:solidFill>
                <a:latin typeface="Tajawal"/>
                <a:ea typeface="Tajawal"/>
                <a:cs typeface="Tajawal"/>
              </a:rPr>
              <a:t>يستخدم سابق الذكاء الاصطناعي والرؤية الحاسوبية لتحليل كثافة المشاة في المسارات المختلفة، ويجمع هذه البيانات مع مسافة كل مسار لاختيار الطريق الأسرع للوصول إلى موقع الحالة الطارئة.</a:t>
            </a:r>
            <a:endParaRPr lang="ar-SA" sz="1200" dirty="0"/>
          </a:p>
        </p:txBody>
      </p:sp>
      <p:sp>
        <p:nvSpPr>
          <p:cNvPr id="216" name="Point card 216"/>
          <p:cNvSpPr/>
          <p:nvPr/>
        </p:nvSpPr>
        <p:spPr>
          <a:xfrm>
            <a:off x="3108960" y="3913632"/>
            <a:ext cx="5577840" cy="868680"/>
          </a:xfrm>
          <a:prstGeom prst="roundRect">
            <a:avLst>
              <a:gd name="adj" fmla="val 1473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17" name="Badge 217"/>
          <p:cNvSpPr/>
          <p:nvPr/>
        </p:nvSpPr>
        <p:spPr>
          <a:xfrm>
            <a:off x="8156448" y="4059936"/>
            <a:ext cx="365760" cy="365760"/>
          </a:xfrm>
          <a:prstGeom prst="roundRect">
            <a:avLst>
              <a:gd name="adj" fmla="val 28000"/>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200" b="1" dirty="0">
                <a:solidFill>
                  <a:srgbClr val="FFFFFF"/>
                </a:solidFill>
                <a:latin typeface="Tajawal"/>
                <a:ea typeface="Tajawal"/>
                <a:cs typeface="Tajawal"/>
              </a:rPr>
              <a:t>03</a:t>
            </a:r>
            <a:endParaRPr lang="ar-SA" sz="1200" dirty="0"/>
          </a:p>
        </p:txBody>
      </p:sp>
      <p:sp>
        <p:nvSpPr>
          <p:cNvPr id="218" name="Point text 218"/>
          <p:cNvSpPr txBox="1"/>
          <p:nvPr/>
        </p:nvSpPr>
        <p:spPr>
          <a:xfrm>
            <a:off x="3291840" y="3913632"/>
            <a:ext cx="4800600" cy="868680"/>
          </a:xfrm>
          <a:prstGeom prst="rect">
            <a:avLst/>
          </a:prstGeom>
          <a:noFill/>
          <a:ln>
            <a:noFill/>
          </a:ln>
        </p:spPr>
        <p:txBody>
          <a:bodyPr wrap="square" lIns="0" tIns="0" rIns="0" bIns="0" rtlCol="0" anchor="ctr">
            <a:noAutofit/>
          </a:bodyPr>
          <a:lstStyle/>
          <a:p>
            <a:pPr marL="0" indent="0" algn="r" rtl="1">
              <a:lnSpc>
                <a:spcPct val="125000"/>
              </a:lnSpc>
              <a:spcBef>
                <a:spcPts val="0"/>
              </a:spcBef>
              <a:spcAft>
                <a:spcPts val="0"/>
              </a:spcAft>
              <a:buNone/>
            </a:pPr>
            <a:r>
              <a:rPr lang="ar-SA" sz="1200" b="0" dirty="0">
                <a:solidFill>
                  <a:srgbClr val="F5F5F8"/>
                </a:solidFill>
                <a:latin typeface="Tajawal"/>
                <a:ea typeface="Tajawal"/>
                <a:cs typeface="Tajawal"/>
              </a:rPr>
              <a:t>بعد اختيار المسار، يتقدم الدرون أمام مركبة الإسعاف لتنبيه الزوار عبر مكبر الصوت والإضاءة، بهدف إفساح الطريق وتقليل زمن الاستجابة.</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5"/>
                                        </p:tgtEl>
                                        <p:attrNameLst>
                                          <p:attrName>style.visibility</p:attrName>
                                        </p:attrNameLst>
                                      </p:cBhvr>
                                      <p:to>
                                        <p:strVal val="visible"/>
                                      </p:to>
                                    </p:set>
                                    <p:animEffect transition="in" filter="fade">
                                      <p:cBhvr>
                                        <p:cTn id="7" dur="700"/>
                                        <p:tgtEl>
                                          <p:spTgt spid="205"/>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206"/>
                                        </p:tgtEl>
                                        <p:attrNameLst>
                                          <p:attrName>style.visibility</p:attrName>
                                        </p:attrNameLst>
                                      </p:cBhvr>
                                      <p:to>
                                        <p:strVal val="visible"/>
                                      </p:to>
                                    </p:set>
                                    <p:animEffect transition="in" filter="fade">
                                      <p:cBhvr>
                                        <p:cTn id="10" dur="600"/>
                                        <p:tgtEl>
                                          <p:spTgt spid="206"/>
                                        </p:tgtEl>
                                      </p:cBhvr>
                                    </p:animEffect>
                                    <p:anim calcmode="lin" valueType="num">
                                      <p:cBhvr>
                                        <p:cTn id="11" dur="600" fill="hold">
                                          <p:stCondLst>
                                            <p:cond delay="0"/>
                                          </p:stCondLst>
                                        </p:cTn>
                                        <p:tgtEl>
                                          <p:spTgt spid="206"/>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206"/>
                                        </p:tgtEl>
                                        <p:attrNameLst>
                                          <p:attrName>ppt_y</p:attrName>
                                        </p:attrNameLst>
                                      </p:cBhvr>
                                      <p:tavLst>
                                        <p:tav tm="0">
                                          <p:val>
                                            <p:strVal val="#ppt_y+0.04"/>
                                          </p:val>
                                        </p:tav>
                                        <p:tav tm="100000">
                                          <p:val>
                                            <p:strVal val="#ppt_y"/>
                                          </p:val>
                                        </p:tav>
                                      </p:tavLst>
                                    </p:anim>
                                  </p:childTnLst>
                                </p:cTn>
                              </p:par>
                              <p:par>
                                <p:cTn id="13" presetID="10" presetClass="entr" presetSubtype="0" fill="hold" grpId="0" nodeType="withEffect">
                                  <p:stCondLst>
                                    <p:cond delay="350"/>
                                  </p:stCondLst>
                                  <p:childTnLst>
                                    <p:set>
                                      <p:cBhvr>
                                        <p:cTn id="14" dur="1" fill="hold">
                                          <p:stCondLst>
                                            <p:cond delay="0"/>
                                          </p:stCondLst>
                                        </p:cTn>
                                        <p:tgtEl>
                                          <p:spTgt spid="204"/>
                                        </p:tgtEl>
                                        <p:attrNameLst>
                                          <p:attrName>style.visibility</p:attrName>
                                        </p:attrNameLst>
                                      </p:cBhvr>
                                      <p:to>
                                        <p:strVal val="visible"/>
                                      </p:to>
                                    </p:set>
                                    <p:animEffect transition="in" filter="fade">
                                      <p:cBhvr>
                                        <p:cTn id="15" dur="700"/>
                                        <p:tgtEl>
                                          <p:spTgt spid="204"/>
                                        </p:tgtEl>
                                      </p:cBhvr>
                                    </p:animEffect>
                                  </p:childTnLst>
                                </p:cTn>
                              </p:par>
                              <p:par>
                                <p:cTn id="16" presetID="42" presetClass="entr" presetSubtype="0" fill="hold" grpId="0" nodeType="withEffect">
                                  <p:stCondLst>
                                    <p:cond delay="460"/>
                                  </p:stCondLst>
                                  <p:childTnLst>
                                    <p:set>
                                      <p:cBhvr>
                                        <p:cTn id="17" dur="1" fill="hold">
                                          <p:stCondLst>
                                            <p:cond delay="0"/>
                                          </p:stCondLst>
                                        </p:cTn>
                                        <p:tgtEl>
                                          <p:spTgt spid="207"/>
                                        </p:tgtEl>
                                        <p:attrNameLst>
                                          <p:attrName>style.visibility</p:attrName>
                                        </p:attrNameLst>
                                      </p:cBhvr>
                                      <p:to>
                                        <p:strVal val="visible"/>
                                      </p:to>
                                    </p:set>
                                    <p:animEffect transition="in" filter="fade">
                                      <p:cBhvr>
                                        <p:cTn id="18" dur="600"/>
                                        <p:tgtEl>
                                          <p:spTgt spid="207"/>
                                        </p:tgtEl>
                                      </p:cBhvr>
                                    </p:animEffect>
                                    <p:anim calcmode="lin" valueType="num">
                                      <p:cBhvr>
                                        <p:cTn id="19" dur="600" fill="hold">
                                          <p:stCondLst>
                                            <p:cond delay="0"/>
                                          </p:stCondLst>
                                        </p:cTn>
                                        <p:tgtEl>
                                          <p:spTgt spid="207"/>
                                        </p:tgtEl>
                                        <p:attrNameLst>
                                          <p:attrName>ppt_x</p:attrName>
                                        </p:attrNameLst>
                                      </p:cBhvr>
                                      <p:tavLst>
                                        <p:tav tm="0">
                                          <p:val>
                                            <p:strVal val="#ppt_x"/>
                                          </p:val>
                                        </p:tav>
                                        <p:tav tm="100000">
                                          <p:val>
                                            <p:strVal val="#ppt_x"/>
                                          </p:val>
                                        </p:tav>
                                      </p:tavLst>
                                    </p:anim>
                                    <p:anim calcmode="lin" valueType="num">
                                      <p:cBhvr>
                                        <p:cTn id="20" dur="600" decel="100000" fill="hold">
                                          <p:stCondLst>
                                            <p:cond delay="0"/>
                                          </p:stCondLst>
                                        </p:cTn>
                                        <p:tgtEl>
                                          <p:spTgt spid="207"/>
                                        </p:tgtEl>
                                        <p:attrNameLst>
                                          <p:attrName>ppt_y</p:attrName>
                                        </p:attrNameLst>
                                      </p:cBhvr>
                                      <p:tavLst>
                                        <p:tav tm="0">
                                          <p:val>
                                            <p:strVal val="#ppt_y+0.04"/>
                                          </p:val>
                                        </p:tav>
                                        <p:tav tm="100000">
                                          <p:val>
                                            <p:strVal val="#ppt_y"/>
                                          </p:val>
                                        </p:tav>
                                      </p:tavLst>
                                    </p:anim>
                                  </p:childTnLst>
                                </p:cTn>
                              </p:par>
                              <p:par>
                                <p:cTn id="21" presetID="42" presetClass="entr" presetSubtype="0" fill="hold" grpId="0" nodeType="withEffect">
                                  <p:stCondLst>
                                    <p:cond delay="570"/>
                                  </p:stCondLst>
                                  <p:childTnLst>
                                    <p:set>
                                      <p:cBhvr>
                                        <p:cTn id="22" dur="1" fill="hold">
                                          <p:stCondLst>
                                            <p:cond delay="0"/>
                                          </p:stCondLst>
                                        </p:cTn>
                                        <p:tgtEl>
                                          <p:spTgt spid="208"/>
                                        </p:tgtEl>
                                        <p:attrNameLst>
                                          <p:attrName>style.visibility</p:attrName>
                                        </p:attrNameLst>
                                      </p:cBhvr>
                                      <p:to>
                                        <p:strVal val="visible"/>
                                      </p:to>
                                    </p:set>
                                    <p:animEffect transition="in" filter="fade">
                                      <p:cBhvr>
                                        <p:cTn id="23" dur="600"/>
                                        <p:tgtEl>
                                          <p:spTgt spid="208"/>
                                        </p:tgtEl>
                                      </p:cBhvr>
                                    </p:animEffect>
                                    <p:anim calcmode="lin" valueType="num">
                                      <p:cBhvr>
                                        <p:cTn id="24" dur="600" fill="hold">
                                          <p:stCondLst>
                                            <p:cond delay="0"/>
                                          </p:stCondLst>
                                        </p:cTn>
                                        <p:tgtEl>
                                          <p:spTgt spid="208"/>
                                        </p:tgtEl>
                                        <p:attrNameLst>
                                          <p:attrName>ppt_x</p:attrName>
                                        </p:attrNameLst>
                                      </p:cBhvr>
                                      <p:tavLst>
                                        <p:tav tm="0">
                                          <p:val>
                                            <p:strVal val="#ppt_x"/>
                                          </p:val>
                                        </p:tav>
                                        <p:tav tm="100000">
                                          <p:val>
                                            <p:strVal val="#ppt_x"/>
                                          </p:val>
                                        </p:tav>
                                      </p:tavLst>
                                    </p:anim>
                                    <p:anim calcmode="lin" valueType="num">
                                      <p:cBhvr>
                                        <p:cTn id="25" dur="600" decel="100000" fill="hold">
                                          <p:stCondLst>
                                            <p:cond delay="0"/>
                                          </p:stCondLst>
                                        </p:cTn>
                                        <p:tgtEl>
                                          <p:spTgt spid="208"/>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680"/>
                                  </p:stCondLst>
                                  <p:childTnLst>
                                    <p:set>
                                      <p:cBhvr>
                                        <p:cTn id="27" dur="1" fill="hold">
                                          <p:stCondLst>
                                            <p:cond delay="0"/>
                                          </p:stCondLst>
                                        </p:cTn>
                                        <p:tgtEl>
                                          <p:spTgt spid="209"/>
                                        </p:tgtEl>
                                        <p:attrNameLst>
                                          <p:attrName>style.visibility</p:attrName>
                                        </p:attrNameLst>
                                      </p:cBhvr>
                                      <p:to>
                                        <p:strVal val="visible"/>
                                      </p:to>
                                    </p:set>
                                    <p:animEffect transition="in" filter="fade">
                                      <p:cBhvr>
                                        <p:cTn id="28" dur="600"/>
                                        <p:tgtEl>
                                          <p:spTgt spid="209"/>
                                        </p:tgtEl>
                                      </p:cBhvr>
                                    </p:animEffect>
                                    <p:anim calcmode="lin" valueType="num">
                                      <p:cBhvr>
                                        <p:cTn id="29" dur="600" fill="hold">
                                          <p:stCondLst>
                                            <p:cond delay="0"/>
                                          </p:stCondLst>
                                        </p:cTn>
                                        <p:tgtEl>
                                          <p:spTgt spid="209"/>
                                        </p:tgtEl>
                                        <p:attrNameLst>
                                          <p:attrName>ppt_x</p:attrName>
                                        </p:attrNameLst>
                                      </p:cBhvr>
                                      <p:tavLst>
                                        <p:tav tm="0">
                                          <p:val>
                                            <p:strVal val="#ppt_x"/>
                                          </p:val>
                                        </p:tav>
                                        <p:tav tm="100000">
                                          <p:val>
                                            <p:strVal val="#ppt_x"/>
                                          </p:val>
                                        </p:tav>
                                      </p:tavLst>
                                    </p:anim>
                                    <p:anim calcmode="lin" valueType="num">
                                      <p:cBhvr>
                                        <p:cTn id="30" dur="600" decel="100000" fill="hold">
                                          <p:stCondLst>
                                            <p:cond delay="0"/>
                                          </p:stCondLst>
                                        </p:cTn>
                                        <p:tgtEl>
                                          <p:spTgt spid="209"/>
                                        </p:tgtEl>
                                        <p:attrNameLst>
                                          <p:attrName>ppt_y</p:attrName>
                                        </p:attrNameLst>
                                      </p:cBhvr>
                                      <p:tavLst>
                                        <p:tav tm="0">
                                          <p:val>
                                            <p:strVal val="#ppt_y+0.04"/>
                                          </p:val>
                                        </p:tav>
                                        <p:tav tm="100000">
                                          <p:val>
                                            <p:strVal val="#ppt_y"/>
                                          </p:val>
                                        </p:tav>
                                      </p:tavLst>
                                    </p:anim>
                                  </p:childTnLst>
                                </p:cTn>
                              </p:par>
                              <p:par>
                                <p:cTn id="31" presetID="42" presetClass="entr" presetSubtype="0" fill="hold" grpId="0" nodeType="withEffect">
                                  <p:stCondLst>
                                    <p:cond delay="790"/>
                                  </p:stCondLst>
                                  <p:childTnLst>
                                    <p:set>
                                      <p:cBhvr>
                                        <p:cTn id="32" dur="1" fill="hold">
                                          <p:stCondLst>
                                            <p:cond delay="0"/>
                                          </p:stCondLst>
                                        </p:cTn>
                                        <p:tgtEl>
                                          <p:spTgt spid="210"/>
                                        </p:tgtEl>
                                        <p:attrNameLst>
                                          <p:attrName>style.visibility</p:attrName>
                                        </p:attrNameLst>
                                      </p:cBhvr>
                                      <p:to>
                                        <p:strVal val="visible"/>
                                      </p:to>
                                    </p:set>
                                    <p:animEffect transition="in" filter="fade">
                                      <p:cBhvr>
                                        <p:cTn id="33" dur="600"/>
                                        <p:tgtEl>
                                          <p:spTgt spid="210"/>
                                        </p:tgtEl>
                                      </p:cBhvr>
                                    </p:animEffect>
                                    <p:anim calcmode="lin" valueType="num">
                                      <p:cBhvr>
                                        <p:cTn id="34" dur="600" fill="hold">
                                          <p:stCondLst>
                                            <p:cond delay="0"/>
                                          </p:stCondLst>
                                        </p:cTn>
                                        <p:tgtEl>
                                          <p:spTgt spid="210"/>
                                        </p:tgtEl>
                                        <p:attrNameLst>
                                          <p:attrName>ppt_x</p:attrName>
                                        </p:attrNameLst>
                                      </p:cBhvr>
                                      <p:tavLst>
                                        <p:tav tm="0">
                                          <p:val>
                                            <p:strVal val="#ppt_x"/>
                                          </p:val>
                                        </p:tav>
                                        <p:tav tm="100000">
                                          <p:val>
                                            <p:strVal val="#ppt_x"/>
                                          </p:val>
                                        </p:tav>
                                      </p:tavLst>
                                    </p:anim>
                                    <p:anim calcmode="lin" valueType="num">
                                      <p:cBhvr>
                                        <p:cTn id="35" dur="600" decel="100000" fill="hold">
                                          <p:stCondLst>
                                            <p:cond delay="0"/>
                                          </p:stCondLst>
                                        </p:cTn>
                                        <p:tgtEl>
                                          <p:spTgt spid="210"/>
                                        </p:tgtEl>
                                        <p:attrNameLst>
                                          <p:attrName>ppt_y</p:attrName>
                                        </p:attrNameLst>
                                      </p:cBhvr>
                                      <p:tavLst>
                                        <p:tav tm="0">
                                          <p:val>
                                            <p:strVal val="#ppt_y+0.04"/>
                                          </p:val>
                                        </p:tav>
                                        <p:tav tm="100000">
                                          <p:val>
                                            <p:strVal val="#ppt_y"/>
                                          </p:val>
                                        </p:tav>
                                      </p:tavLst>
                                    </p:anim>
                                  </p:childTnLst>
                                </p:cTn>
                              </p:par>
                              <p:par>
                                <p:cTn id="36" presetID="42" presetClass="entr" presetSubtype="0" fill="hold" grpId="0" nodeType="withEffect">
                                  <p:stCondLst>
                                    <p:cond delay="790"/>
                                  </p:stCondLst>
                                  <p:childTnLst>
                                    <p:set>
                                      <p:cBhvr>
                                        <p:cTn id="37" dur="1" fill="hold">
                                          <p:stCondLst>
                                            <p:cond delay="0"/>
                                          </p:stCondLst>
                                        </p:cTn>
                                        <p:tgtEl>
                                          <p:spTgt spid="211"/>
                                        </p:tgtEl>
                                        <p:attrNameLst>
                                          <p:attrName>style.visibility</p:attrName>
                                        </p:attrNameLst>
                                      </p:cBhvr>
                                      <p:to>
                                        <p:strVal val="visible"/>
                                      </p:to>
                                    </p:set>
                                    <p:animEffect transition="in" filter="fade">
                                      <p:cBhvr>
                                        <p:cTn id="38" dur="600"/>
                                        <p:tgtEl>
                                          <p:spTgt spid="211"/>
                                        </p:tgtEl>
                                      </p:cBhvr>
                                    </p:animEffect>
                                    <p:anim calcmode="lin" valueType="num">
                                      <p:cBhvr>
                                        <p:cTn id="39" dur="600" fill="hold">
                                          <p:stCondLst>
                                            <p:cond delay="0"/>
                                          </p:stCondLst>
                                        </p:cTn>
                                        <p:tgtEl>
                                          <p:spTgt spid="211"/>
                                        </p:tgtEl>
                                        <p:attrNameLst>
                                          <p:attrName>ppt_x</p:attrName>
                                        </p:attrNameLst>
                                      </p:cBhvr>
                                      <p:tavLst>
                                        <p:tav tm="0">
                                          <p:val>
                                            <p:strVal val="#ppt_x"/>
                                          </p:val>
                                        </p:tav>
                                        <p:tav tm="100000">
                                          <p:val>
                                            <p:strVal val="#ppt_x"/>
                                          </p:val>
                                        </p:tav>
                                      </p:tavLst>
                                    </p:anim>
                                    <p:anim calcmode="lin" valueType="num">
                                      <p:cBhvr>
                                        <p:cTn id="40" dur="600" decel="100000" fill="hold">
                                          <p:stCondLst>
                                            <p:cond delay="0"/>
                                          </p:stCondLst>
                                        </p:cTn>
                                        <p:tgtEl>
                                          <p:spTgt spid="211"/>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790"/>
                                  </p:stCondLst>
                                  <p:childTnLst>
                                    <p:set>
                                      <p:cBhvr>
                                        <p:cTn id="42" dur="1" fill="hold">
                                          <p:stCondLst>
                                            <p:cond delay="0"/>
                                          </p:stCondLst>
                                        </p:cTn>
                                        <p:tgtEl>
                                          <p:spTgt spid="212"/>
                                        </p:tgtEl>
                                        <p:attrNameLst>
                                          <p:attrName>style.visibility</p:attrName>
                                        </p:attrNameLst>
                                      </p:cBhvr>
                                      <p:to>
                                        <p:strVal val="visible"/>
                                      </p:to>
                                    </p:set>
                                    <p:animEffect transition="in" filter="fade">
                                      <p:cBhvr>
                                        <p:cTn id="43" dur="600"/>
                                        <p:tgtEl>
                                          <p:spTgt spid="212"/>
                                        </p:tgtEl>
                                      </p:cBhvr>
                                    </p:animEffect>
                                    <p:anim calcmode="lin" valueType="num">
                                      <p:cBhvr>
                                        <p:cTn id="44" dur="600" fill="hold">
                                          <p:stCondLst>
                                            <p:cond delay="0"/>
                                          </p:stCondLst>
                                        </p:cTn>
                                        <p:tgtEl>
                                          <p:spTgt spid="212"/>
                                        </p:tgtEl>
                                        <p:attrNameLst>
                                          <p:attrName>ppt_x</p:attrName>
                                        </p:attrNameLst>
                                      </p:cBhvr>
                                      <p:tavLst>
                                        <p:tav tm="0">
                                          <p:val>
                                            <p:strVal val="#ppt_x"/>
                                          </p:val>
                                        </p:tav>
                                        <p:tav tm="100000">
                                          <p:val>
                                            <p:strVal val="#ppt_x"/>
                                          </p:val>
                                        </p:tav>
                                      </p:tavLst>
                                    </p:anim>
                                    <p:anim calcmode="lin" valueType="num">
                                      <p:cBhvr>
                                        <p:cTn id="45" dur="600" decel="100000" fill="hold">
                                          <p:stCondLst>
                                            <p:cond delay="0"/>
                                          </p:stCondLst>
                                        </p:cTn>
                                        <p:tgtEl>
                                          <p:spTgt spid="212"/>
                                        </p:tgtEl>
                                        <p:attrNameLst>
                                          <p:attrName>ppt_y</p:attrName>
                                        </p:attrNameLst>
                                      </p:cBhvr>
                                      <p:tavLst>
                                        <p:tav tm="0">
                                          <p:val>
                                            <p:strVal val="#ppt_y+0.04"/>
                                          </p:val>
                                        </p:tav>
                                        <p:tav tm="100000">
                                          <p:val>
                                            <p:strVal val="#ppt_y"/>
                                          </p:val>
                                        </p:tav>
                                      </p:tavLst>
                                    </p:anim>
                                  </p:childTnLst>
                                </p:cTn>
                              </p:par>
                              <p:par>
                                <p:cTn id="46" presetID="42" presetClass="entr" presetSubtype="0" fill="hold" grpId="0" nodeType="withEffect">
                                  <p:stCondLst>
                                    <p:cond delay="900"/>
                                  </p:stCondLst>
                                  <p:childTnLst>
                                    <p:set>
                                      <p:cBhvr>
                                        <p:cTn id="47" dur="1" fill="hold">
                                          <p:stCondLst>
                                            <p:cond delay="0"/>
                                          </p:stCondLst>
                                        </p:cTn>
                                        <p:tgtEl>
                                          <p:spTgt spid="213"/>
                                        </p:tgtEl>
                                        <p:attrNameLst>
                                          <p:attrName>style.visibility</p:attrName>
                                        </p:attrNameLst>
                                      </p:cBhvr>
                                      <p:to>
                                        <p:strVal val="visible"/>
                                      </p:to>
                                    </p:set>
                                    <p:animEffect transition="in" filter="fade">
                                      <p:cBhvr>
                                        <p:cTn id="48" dur="600"/>
                                        <p:tgtEl>
                                          <p:spTgt spid="213"/>
                                        </p:tgtEl>
                                      </p:cBhvr>
                                    </p:animEffect>
                                    <p:anim calcmode="lin" valueType="num">
                                      <p:cBhvr>
                                        <p:cTn id="49" dur="600" fill="hold">
                                          <p:stCondLst>
                                            <p:cond delay="0"/>
                                          </p:stCondLst>
                                        </p:cTn>
                                        <p:tgtEl>
                                          <p:spTgt spid="213"/>
                                        </p:tgtEl>
                                        <p:attrNameLst>
                                          <p:attrName>ppt_x</p:attrName>
                                        </p:attrNameLst>
                                      </p:cBhvr>
                                      <p:tavLst>
                                        <p:tav tm="0">
                                          <p:val>
                                            <p:strVal val="#ppt_x"/>
                                          </p:val>
                                        </p:tav>
                                        <p:tav tm="100000">
                                          <p:val>
                                            <p:strVal val="#ppt_x"/>
                                          </p:val>
                                        </p:tav>
                                      </p:tavLst>
                                    </p:anim>
                                    <p:anim calcmode="lin" valueType="num">
                                      <p:cBhvr>
                                        <p:cTn id="50" dur="600" decel="100000" fill="hold">
                                          <p:stCondLst>
                                            <p:cond delay="0"/>
                                          </p:stCondLst>
                                        </p:cTn>
                                        <p:tgtEl>
                                          <p:spTgt spid="213"/>
                                        </p:tgtEl>
                                        <p:attrNameLst>
                                          <p:attrName>ppt_y</p:attrName>
                                        </p:attrNameLst>
                                      </p:cBhvr>
                                      <p:tavLst>
                                        <p:tav tm="0">
                                          <p:val>
                                            <p:strVal val="#ppt_y+0.04"/>
                                          </p:val>
                                        </p:tav>
                                        <p:tav tm="100000">
                                          <p:val>
                                            <p:strVal val="#ppt_y"/>
                                          </p:val>
                                        </p:tav>
                                      </p:tavLst>
                                    </p:anim>
                                  </p:childTnLst>
                                </p:cTn>
                              </p:par>
                              <p:par>
                                <p:cTn id="51" presetID="42" presetClass="entr" presetSubtype="0" fill="hold" grpId="0" nodeType="withEffect">
                                  <p:stCondLst>
                                    <p:cond delay="900"/>
                                  </p:stCondLst>
                                  <p:childTnLst>
                                    <p:set>
                                      <p:cBhvr>
                                        <p:cTn id="52" dur="1" fill="hold">
                                          <p:stCondLst>
                                            <p:cond delay="0"/>
                                          </p:stCondLst>
                                        </p:cTn>
                                        <p:tgtEl>
                                          <p:spTgt spid="214"/>
                                        </p:tgtEl>
                                        <p:attrNameLst>
                                          <p:attrName>style.visibility</p:attrName>
                                        </p:attrNameLst>
                                      </p:cBhvr>
                                      <p:to>
                                        <p:strVal val="visible"/>
                                      </p:to>
                                    </p:set>
                                    <p:animEffect transition="in" filter="fade">
                                      <p:cBhvr>
                                        <p:cTn id="53" dur="600"/>
                                        <p:tgtEl>
                                          <p:spTgt spid="214"/>
                                        </p:tgtEl>
                                      </p:cBhvr>
                                    </p:animEffect>
                                    <p:anim calcmode="lin" valueType="num">
                                      <p:cBhvr>
                                        <p:cTn id="54" dur="600" fill="hold">
                                          <p:stCondLst>
                                            <p:cond delay="0"/>
                                          </p:stCondLst>
                                        </p:cTn>
                                        <p:tgtEl>
                                          <p:spTgt spid="214"/>
                                        </p:tgtEl>
                                        <p:attrNameLst>
                                          <p:attrName>ppt_x</p:attrName>
                                        </p:attrNameLst>
                                      </p:cBhvr>
                                      <p:tavLst>
                                        <p:tav tm="0">
                                          <p:val>
                                            <p:strVal val="#ppt_x"/>
                                          </p:val>
                                        </p:tav>
                                        <p:tav tm="100000">
                                          <p:val>
                                            <p:strVal val="#ppt_x"/>
                                          </p:val>
                                        </p:tav>
                                      </p:tavLst>
                                    </p:anim>
                                    <p:anim calcmode="lin" valueType="num">
                                      <p:cBhvr>
                                        <p:cTn id="55" dur="600" decel="100000" fill="hold">
                                          <p:stCondLst>
                                            <p:cond delay="0"/>
                                          </p:stCondLst>
                                        </p:cTn>
                                        <p:tgtEl>
                                          <p:spTgt spid="214"/>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900"/>
                                  </p:stCondLst>
                                  <p:childTnLst>
                                    <p:set>
                                      <p:cBhvr>
                                        <p:cTn id="57" dur="1" fill="hold">
                                          <p:stCondLst>
                                            <p:cond delay="0"/>
                                          </p:stCondLst>
                                        </p:cTn>
                                        <p:tgtEl>
                                          <p:spTgt spid="215"/>
                                        </p:tgtEl>
                                        <p:attrNameLst>
                                          <p:attrName>style.visibility</p:attrName>
                                        </p:attrNameLst>
                                      </p:cBhvr>
                                      <p:to>
                                        <p:strVal val="visible"/>
                                      </p:to>
                                    </p:set>
                                    <p:animEffect transition="in" filter="fade">
                                      <p:cBhvr>
                                        <p:cTn id="58" dur="600"/>
                                        <p:tgtEl>
                                          <p:spTgt spid="215"/>
                                        </p:tgtEl>
                                      </p:cBhvr>
                                    </p:animEffect>
                                    <p:anim calcmode="lin" valueType="num">
                                      <p:cBhvr>
                                        <p:cTn id="59" dur="600" fill="hold">
                                          <p:stCondLst>
                                            <p:cond delay="0"/>
                                          </p:stCondLst>
                                        </p:cTn>
                                        <p:tgtEl>
                                          <p:spTgt spid="215"/>
                                        </p:tgtEl>
                                        <p:attrNameLst>
                                          <p:attrName>ppt_x</p:attrName>
                                        </p:attrNameLst>
                                      </p:cBhvr>
                                      <p:tavLst>
                                        <p:tav tm="0">
                                          <p:val>
                                            <p:strVal val="#ppt_x"/>
                                          </p:val>
                                        </p:tav>
                                        <p:tav tm="100000">
                                          <p:val>
                                            <p:strVal val="#ppt_x"/>
                                          </p:val>
                                        </p:tav>
                                      </p:tavLst>
                                    </p:anim>
                                    <p:anim calcmode="lin" valueType="num">
                                      <p:cBhvr>
                                        <p:cTn id="60" dur="600" decel="100000" fill="hold">
                                          <p:stCondLst>
                                            <p:cond delay="0"/>
                                          </p:stCondLst>
                                        </p:cTn>
                                        <p:tgtEl>
                                          <p:spTgt spid="215"/>
                                        </p:tgtEl>
                                        <p:attrNameLst>
                                          <p:attrName>ppt_y</p:attrName>
                                        </p:attrNameLst>
                                      </p:cBhvr>
                                      <p:tavLst>
                                        <p:tav tm="0">
                                          <p:val>
                                            <p:strVal val="#ppt_y+0.04"/>
                                          </p:val>
                                        </p:tav>
                                        <p:tav tm="100000">
                                          <p:val>
                                            <p:strVal val="#ppt_y"/>
                                          </p:val>
                                        </p:tav>
                                      </p:tavLst>
                                    </p:anim>
                                  </p:childTnLst>
                                </p:cTn>
                              </p:par>
                              <p:par>
                                <p:cTn id="61" presetID="42" presetClass="entr" presetSubtype="0" fill="hold" grpId="0" nodeType="withEffect">
                                  <p:stCondLst>
                                    <p:cond delay="1010"/>
                                  </p:stCondLst>
                                  <p:childTnLst>
                                    <p:set>
                                      <p:cBhvr>
                                        <p:cTn id="62" dur="1" fill="hold">
                                          <p:stCondLst>
                                            <p:cond delay="0"/>
                                          </p:stCondLst>
                                        </p:cTn>
                                        <p:tgtEl>
                                          <p:spTgt spid="216"/>
                                        </p:tgtEl>
                                        <p:attrNameLst>
                                          <p:attrName>style.visibility</p:attrName>
                                        </p:attrNameLst>
                                      </p:cBhvr>
                                      <p:to>
                                        <p:strVal val="visible"/>
                                      </p:to>
                                    </p:set>
                                    <p:animEffect transition="in" filter="fade">
                                      <p:cBhvr>
                                        <p:cTn id="63" dur="600"/>
                                        <p:tgtEl>
                                          <p:spTgt spid="216"/>
                                        </p:tgtEl>
                                      </p:cBhvr>
                                    </p:animEffect>
                                    <p:anim calcmode="lin" valueType="num">
                                      <p:cBhvr>
                                        <p:cTn id="64" dur="600" fill="hold">
                                          <p:stCondLst>
                                            <p:cond delay="0"/>
                                          </p:stCondLst>
                                        </p:cTn>
                                        <p:tgtEl>
                                          <p:spTgt spid="216"/>
                                        </p:tgtEl>
                                        <p:attrNameLst>
                                          <p:attrName>ppt_x</p:attrName>
                                        </p:attrNameLst>
                                      </p:cBhvr>
                                      <p:tavLst>
                                        <p:tav tm="0">
                                          <p:val>
                                            <p:strVal val="#ppt_x"/>
                                          </p:val>
                                        </p:tav>
                                        <p:tav tm="100000">
                                          <p:val>
                                            <p:strVal val="#ppt_x"/>
                                          </p:val>
                                        </p:tav>
                                      </p:tavLst>
                                    </p:anim>
                                    <p:anim calcmode="lin" valueType="num">
                                      <p:cBhvr>
                                        <p:cTn id="65" dur="600" decel="100000" fill="hold">
                                          <p:stCondLst>
                                            <p:cond delay="0"/>
                                          </p:stCondLst>
                                        </p:cTn>
                                        <p:tgtEl>
                                          <p:spTgt spid="216"/>
                                        </p:tgtEl>
                                        <p:attrNameLst>
                                          <p:attrName>ppt_y</p:attrName>
                                        </p:attrNameLst>
                                      </p:cBhvr>
                                      <p:tavLst>
                                        <p:tav tm="0">
                                          <p:val>
                                            <p:strVal val="#ppt_y+0.04"/>
                                          </p:val>
                                        </p:tav>
                                        <p:tav tm="100000">
                                          <p:val>
                                            <p:strVal val="#ppt_y"/>
                                          </p:val>
                                        </p:tav>
                                      </p:tavLst>
                                    </p:anim>
                                  </p:childTnLst>
                                </p:cTn>
                              </p:par>
                              <p:par>
                                <p:cTn id="66" presetID="42" presetClass="entr" presetSubtype="0" fill="hold" grpId="0" nodeType="withEffect">
                                  <p:stCondLst>
                                    <p:cond delay="1010"/>
                                  </p:stCondLst>
                                  <p:childTnLst>
                                    <p:set>
                                      <p:cBhvr>
                                        <p:cTn id="67" dur="1" fill="hold">
                                          <p:stCondLst>
                                            <p:cond delay="0"/>
                                          </p:stCondLst>
                                        </p:cTn>
                                        <p:tgtEl>
                                          <p:spTgt spid="217"/>
                                        </p:tgtEl>
                                        <p:attrNameLst>
                                          <p:attrName>style.visibility</p:attrName>
                                        </p:attrNameLst>
                                      </p:cBhvr>
                                      <p:to>
                                        <p:strVal val="visible"/>
                                      </p:to>
                                    </p:set>
                                    <p:animEffect transition="in" filter="fade">
                                      <p:cBhvr>
                                        <p:cTn id="68" dur="600"/>
                                        <p:tgtEl>
                                          <p:spTgt spid="217"/>
                                        </p:tgtEl>
                                      </p:cBhvr>
                                    </p:animEffect>
                                    <p:anim calcmode="lin" valueType="num">
                                      <p:cBhvr>
                                        <p:cTn id="69" dur="600" fill="hold">
                                          <p:stCondLst>
                                            <p:cond delay="0"/>
                                          </p:stCondLst>
                                        </p:cTn>
                                        <p:tgtEl>
                                          <p:spTgt spid="217"/>
                                        </p:tgtEl>
                                        <p:attrNameLst>
                                          <p:attrName>ppt_x</p:attrName>
                                        </p:attrNameLst>
                                      </p:cBhvr>
                                      <p:tavLst>
                                        <p:tav tm="0">
                                          <p:val>
                                            <p:strVal val="#ppt_x"/>
                                          </p:val>
                                        </p:tav>
                                        <p:tav tm="100000">
                                          <p:val>
                                            <p:strVal val="#ppt_x"/>
                                          </p:val>
                                        </p:tav>
                                      </p:tavLst>
                                    </p:anim>
                                    <p:anim calcmode="lin" valueType="num">
                                      <p:cBhvr>
                                        <p:cTn id="70" dur="600" decel="100000" fill="hold">
                                          <p:stCondLst>
                                            <p:cond delay="0"/>
                                          </p:stCondLst>
                                        </p:cTn>
                                        <p:tgtEl>
                                          <p:spTgt spid="217"/>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1010"/>
                                  </p:stCondLst>
                                  <p:childTnLst>
                                    <p:set>
                                      <p:cBhvr>
                                        <p:cTn id="72" dur="1" fill="hold">
                                          <p:stCondLst>
                                            <p:cond delay="0"/>
                                          </p:stCondLst>
                                        </p:cTn>
                                        <p:tgtEl>
                                          <p:spTgt spid="218"/>
                                        </p:tgtEl>
                                        <p:attrNameLst>
                                          <p:attrName>style.visibility</p:attrName>
                                        </p:attrNameLst>
                                      </p:cBhvr>
                                      <p:to>
                                        <p:strVal val="visible"/>
                                      </p:to>
                                    </p:set>
                                    <p:animEffect transition="in" filter="fade">
                                      <p:cBhvr>
                                        <p:cTn id="73" dur="600"/>
                                        <p:tgtEl>
                                          <p:spTgt spid="218"/>
                                        </p:tgtEl>
                                      </p:cBhvr>
                                    </p:animEffect>
                                    <p:anim calcmode="lin" valueType="num">
                                      <p:cBhvr>
                                        <p:cTn id="74" dur="600" fill="hold">
                                          <p:stCondLst>
                                            <p:cond delay="0"/>
                                          </p:stCondLst>
                                        </p:cTn>
                                        <p:tgtEl>
                                          <p:spTgt spid="218"/>
                                        </p:tgtEl>
                                        <p:attrNameLst>
                                          <p:attrName>ppt_x</p:attrName>
                                        </p:attrNameLst>
                                      </p:cBhvr>
                                      <p:tavLst>
                                        <p:tav tm="0">
                                          <p:val>
                                            <p:strVal val="#ppt_x"/>
                                          </p:val>
                                        </p:tav>
                                        <p:tav tm="100000">
                                          <p:val>
                                            <p:strVal val="#ppt_x"/>
                                          </p:val>
                                        </p:tav>
                                      </p:tavLst>
                                    </p:anim>
                                    <p:anim calcmode="lin" valueType="num">
                                      <p:cBhvr>
                                        <p:cTn id="75" dur="600" decel="100000" fill="hold">
                                          <p:stCondLst>
                                            <p:cond delay="0"/>
                                          </p:stCondLst>
                                        </p:cTn>
                                        <p:tgtEl>
                                          <p:spTgt spid="218"/>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2"/>
        <p:cNvGrpSpPr/>
        <p:nvPr/>
      </p:nvGrpSpPr>
      <p:grpSpPr>
        <a:xfrm>
          <a:off x="0" y="0"/>
          <a:ext cx="0" cy="0"/>
          <a:chOff x="0" y="0"/>
          <a:chExt cx="0" cy="0"/>
        </a:xfrm>
      </p:grpSpPr>
      <p:sp>
        <p:nvSpPr>
          <p:cNvPr id="219" name="Kicker 219"/>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08</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التقنية</a:t>
            </a:r>
            <a:endParaRPr lang="ar-SA" sz="1200" dirty="0"/>
          </a:p>
        </p:txBody>
      </p:sp>
      <p:sp>
        <p:nvSpPr>
          <p:cNvPr id="220" name="Title 220"/>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التقنيات المستخدمة</a:t>
            </a:r>
            <a:endParaRPr lang="ar-SA" sz="1200" dirty="0"/>
          </a:p>
        </p:txBody>
      </p:sp>
      <p:sp>
        <p:nvSpPr>
          <p:cNvPr id="221" name="Tech card 221"/>
          <p:cNvSpPr/>
          <p:nvPr/>
        </p:nvSpPr>
        <p:spPr>
          <a:xfrm>
            <a:off x="6065520" y="1298448"/>
            <a:ext cx="2621280" cy="914400"/>
          </a:xfrm>
          <a:prstGeom prst="roundRect">
            <a:avLst>
              <a:gd name="adj" fmla="val 1400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22" name="Tech name 222"/>
          <p:cNvSpPr txBox="1"/>
          <p:nvPr/>
        </p:nvSpPr>
        <p:spPr>
          <a:xfrm>
            <a:off x="6248400" y="1426464"/>
            <a:ext cx="225552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YOLO</a:t>
            </a:r>
            <a:endParaRPr lang="ar-SA" sz="1200" dirty="0"/>
          </a:p>
        </p:txBody>
      </p:sp>
      <p:sp>
        <p:nvSpPr>
          <p:cNvPr id="223" name="Tech desc 223"/>
          <p:cNvSpPr txBox="1"/>
          <p:nvPr/>
        </p:nvSpPr>
        <p:spPr>
          <a:xfrm>
            <a:off x="6248400" y="1792224"/>
            <a:ext cx="2255520" cy="31089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اكتشاف المشاة وقياس كثافة الحشود.</a:t>
            </a:r>
            <a:endParaRPr lang="ar-SA" sz="1200" dirty="0"/>
          </a:p>
        </p:txBody>
      </p:sp>
      <p:sp>
        <p:nvSpPr>
          <p:cNvPr id="224" name="Tech card 224"/>
          <p:cNvSpPr/>
          <p:nvPr/>
        </p:nvSpPr>
        <p:spPr>
          <a:xfrm>
            <a:off x="3261360" y="1298448"/>
            <a:ext cx="2621280" cy="914400"/>
          </a:xfrm>
          <a:prstGeom prst="roundRect">
            <a:avLst>
              <a:gd name="adj" fmla="val 1400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25" name="Tech name 225"/>
          <p:cNvSpPr txBox="1"/>
          <p:nvPr/>
        </p:nvSpPr>
        <p:spPr>
          <a:xfrm>
            <a:off x="3444240" y="1426464"/>
            <a:ext cx="225552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OpenCV</a:t>
            </a:r>
            <a:endParaRPr lang="ar-SA" sz="1200" dirty="0"/>
          </a:p>
        </p:txBody>
      </p:sp>
      <p:sp>
        <p:nvSpPr>
          <p:cNvPr id="226" name="Tech desc 226"/>
          <p:cNvSpPr txBox="1"/>
          <p:nvPr/>
        </p:nvSpPr>
        <p:spPr>
          <a:xfrm>
            <a:off x="3444240" y="1792224"/>
            <a:ext cx="2255520" cy="31089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معالجة صور الكاميرا وتجهيز الإطارات.</a:t>
            </a:r>
            <a:endParaRPr lang="ar-SA" sz="1200" dirty="0"/>
          </a:p>
        </p:txBody>
      </p:sp>
      <p:sp>
        <p:nvSpPr>
          <p:cNvPr id="227" name="Tech card 227"/>
          <p:cNvSpPr/>
          <p:nvPr/>
        </p:nvSpPr>
        <p:spPr>
          <a:xfrm>
            <a:off x="457200" y="1298448"/>
            <a:ext cx="2621280" cy="914400"/>
          </a:xfrm>
          <a:prstGeom prst="roundRect">
            <a:avLst>
              <a:gd name="adj" fmla="val 1400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28" name="Tech name 228"/>
          <p:cNvSpPr txBox="1"/>
          <p:nvPr/>
        </p:nvSpPr>
        <p:spPr>
          <a:xfrm>
            <a:off x="640080" y="1426464"/>
            <a:ext cx="225552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ROS 2</a:t>
            </a:r>
            <a:endParaRPr lang="ar-SA" sz="1200" dirty="0"/>
          </a:p>
        </p:txBody>
      </p:sp>
      <p:sp>
        <p:nvSpPr>
          <p:cNvPr id="229" name="Tech desc 229"/>
          <p:cNvSpPr txBox="1"/>
          <p:nvPr/>
        </p:nvSpPr>
        <p:spPr>
          <a:xfrm>
            <a:off x="640080" y="1792224"/>
            <a:ext cx="2255520" cy="31089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نقل الصور والنتائج بين عقد النظام.</a:t>
            </a:r>
            <a:endParaRPr lang="ar-SA" sz="1200" dirty="0"/>
          </a:p>
        </p:txBody>
      </p:sp>
      <p:sp>
        <p:nvSpPr>
          <p:cNvPr id="230" name="Tech card 230"/>
          <p:cNvSpPr/>
          <p:nvPr/>
        </p:nvSpPr>
        <p:spPr>
          <a:xfrm>
            <a:off x="6065520" y="2377440"/>
            <a:ext cx="2621280" cy="914400"/>
          </a:xfrm>
          <a:prstGeom prst="roundRect">
            <a:avLst>
              <a:gd name="adj" fmla="val 1400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31" name="Tech name 231"/>
          <p:cNvSpPr txBox="1"/>
          <p:nvPr/>
        </p:nvSpPr>
        <p:spPr>
          <a:xfrm>
            <a:off x="6248400" y="2505456"/>
            <a:ext cx="225552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Gazebo Harmonic</a:t>
            </a:r>
            <a:endParaRPr lang="ar-SA" sz="1200" dirty="0"/>
          </a:p>
        </p:txBody>
      </p:sp>
      <p:sp>
        <p:nvSpPr>
          <p:cNvPr id="232" name="Tech desc 232"/>
          <p:cNvSpPr txBox="1"/>
          <p:nvPr/>
        </p:nvSpPr>
        <p:spPr>
          <a:xfrm>
            <a:off x="6248400" y="2871216"/>
            <a:ext cx="2255520" cy="31089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محاكاة بيئة الفعالية واختبار السيناريو.</a:t>
            </a:r>
            <a:endParaRPr lang="ar-SA" sz="1200" dirty="0"/>
          </a:p>
        </p:txBody>
      </p:sp>
      <p:sp>
        <p:nvSpPr>
          <p:cNvPr id="233" name="Tech card 233"/>
          <p:cNvSpPr/>
          <p:nvPr/>
        </p:nvSpPr>
        <p:spPr>
          <a:xfrm>
            <a:off x="3261360" y="2377440"/>
            <a:ext cx="2621280" cy="914400"/>
          </a:xfrm>
          <a:prstGeom prst="roundRect">
            <a:avLst>
              <a:gd name="adj" fmla="val 1400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34" name="Tech name 234"/>
          <p:cNvSpPr txBox="1"/>
          <p:nvPr/>
        </p:nvSpPr>
        <p:spPr>
          <a:xfrm>
            <a:off x="3444240" y="2505456"/>
            <a:ext cx="225552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PX4</a:t>
            </a:r>
            <a:endParaRPr lang="ar-SA" sz="1200" dirty="0"/>
          </a:p>
        </p:txBody>
      </p:sp>
      <p:sp>
        <p:nvSpPr>
          <p:cNvPr id="235" name="Tech desc 235"/>
          <p:cNvSpPr txBox="1"/>
          <p:nvPr/>
        </p:nvSpPr>
        <p:spPr>
          <a:xfrm>
            <a:off x="3444240" y="2871216"/>
            <a:ext cx="2255520" cy="31089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محاكاة وتنفيذ التحكم بالطيران.</a:t>
            </a:r>
            <a:endParaRPr lang="ar-SA" sz="1200" dirty="0"/>
          </a:p>
        </p:txBody>
      </p:sp>
      <p:sp>
        <p:nvSpPr>
          <p:cNvPr id="236" name="Tech card 236"/>
          <p:cNvSpPr/>
          <p:nvPr/>
        </p:nvSpPr>
        <p:spPr>
          <a:xfrm>
            <a:off x="457200" y="2377440"/>
            <a:ext cx="2621280" cy="914400"/>
          </a:xfrm>
          <a:prstGeom prst="roundRect">
            <a:avLst>
              <a:gd name="adj" fmla="val 1400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37" name="Tech name 237"/>
          <p:cNvSpPr txBox="1"/>
          <p:nvPr/>
        </p:nvSpPr>
        <p:spPr>
          <a:xfrm>
            <a:off x="640080" y="2505456"/>
            <a:ext cx="225552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MAVSDK</a:t>
            </a:r>
            <a:endParaRPr lang="ar-SA" sz="1200" dirty="0"/>
          </a:p>
        </p:txBody>
      </p:sp>
      <p:sp>
        <p:nvSpPr>
          <p:cNvPr id="238" name="Tech desc 238"/>
          <p:cNvSpPr txBox="1"/>
          <p:nvPr/>
        </p:nvSpPr>
        <p:spPr>
          <a:xfrm>
            <a:off x="640080" y="2871216"/>
            <a:ext cx="2255520" cy="310896"/>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إرسال أوامر المهمة والمسارات للدرون.</a:t>
            </a:r>
            <a:endParaRPr lang="ar-SA" sz="1200" dirty="0"/>
          </a:p>
        </p:txBody>
      </p:sp>
      <p:sp>
        <p:nvSpPr>
          <p:cNvPr id="239" name="Dashboard card 239"/>
          <p:cNvSpPr/>
          <p:nvPr/>
        </p:nvSpPr>
        <p:spPr>
          <a:xfrm>
            <a:off x="457200" y="3456432"/>
            <a:ext cx="8229600" cy="749808"/>
          </a:xfrm>
          <a:prstGeom prst="roundRect">
            <a:avLst>
              <a:gd name="adj" fmla="val 17073"/>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40" name="Tech name 240"/>
          <p:cNvSpPr txBox="1"/>
          <p:nvPr/>
        </p:nvSpPr>
        <p:spPr>
          <a:xfrm>
            <a:off x="4206240" y="3456432"/>
            <a:ext cx="429768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650" b="1" dirty="0">
                <a:solidFill>
                  <a:srgbClr val="F5F5F8"/>
                </a:solidFill>
                <a:latin typeface="Tajawal"/>
                <a:ea typeface="Tajawal"/>
                <a:cs typeface="Tajawal"/>
              </a:rPr>
              <a:t>Backend &amp; Frontend (Dashboard)</a:t>
            </a:r>
            <a:endParaRPr lang="ar-SA" sz="1200" dirty="0"/>
          </a:p>
        </p:txBody>
      </p:sp>
      <p:sp>
        <p:nvSpPr>
          <p:cNvPr id="241" name="Tech desc 241"/>
          <p:cNvSpPr txBox="1"/>
          <p:nvPr/>
        </p:nvSpPr>
        <p:spPr>
          <a:xfrm>
            <a:off x="640080" y="3456432"/>
            <a:ext cx="356616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200" b="0" dirty="0">
                <a:solidFill>
                  <a:srgbClr val="F5F5F8"/>
                </a:solidFill>
                <a:latin typeface="Tajawal"/>
                <a:ea typeface="Tajawal"/>
                <a:cs typeface="Tajawal"/>
              </a:rPr>
              <a:t>عرض المسارات والخريطة واستقبال البلاغات.</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9"/>
                                        </p:tgtEl>
                                        <p:attrNameLst>
                                          <p:attrName>style.visibility</p:attrName>
                                        </p:attrNameLst>
                                      </p:cBhvr>
                                      <p:to>
                                        <p:strVal val="visible"/>
                                      </p:to>
                                    </p:set>
                                    <p:animEffect transition="in" filter="fade">
                                      <p:cBhvr>
                                        <p:cTn id="7" dur="700"/>
                                        <p:tgtEl>
                                          <p:spTgt spid="21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220"/>
                                        </p:tgtEl>
                                        <p:attrNameLst>
                                          <p:attrName>style.visibility</p:attrName>
                                        </p:attrNameLst>
                                      </p:cBhvr>
                                      <p:to>
                                        <p:strVal val="visible"/>
                                      </p:to>
                                    </p:set>
                                    <p:animEffect transition="in" filter="fade">
                                      <p:cBhvr>
                                        <p:cTn id="10" dur="600"/>
                                        <p:tgtEl>
                                          <p:spTgt spid="220"/>
                                        </p:tgtEl>
                                      </p:cBhvr>
                                    </p:animEffect>
                                    <p:anim calcmode="lin" valueType="num">
                                      <p:cBhvr>
                                        <p:cTn id="11" dur="600" fill="hold">
                                          <p:stCondLst>
                                            <p:cond delay="0"/>
                                          </p:stCondLst>
                                        </p:cTn>
                                        <p:tgtEl>
                                          <p:spTgt spid="220"/>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220"/>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221"/>
                                        </p:tgtEl>
                                        <p:attrNameLst>
                                          <p:attrName>style.visibility</p:attrName>
                                        </p:attrNameLst>
                                      </p:cBhvr>
                                      <p:to>
                                        <p:strVal val="visible"/>
                                      </p:to>
                                    </p:set>
                                    <p:animEffect transition="in" filter="fade">
                                      <p:cBhvr>
                                        <p:cTn id="15" dur="600"/>
                                        <p:tgtEl>
                                          <p:spTgt spid="221"/>
                                        </p:tgtEl>
                                      </p:cBhvr>
                                    </p:animEffect>
                                    <p:anim calcmode="lin" valueType="num">
                                      <p:cBhvr>
                                        <p:cTn id="16" dur="600" fill="hold">
                                          <p:stCondLst>
                                            <p:cond delay="0"/>
                                          </p:stCondLst>
                                        </p:cTn>
                                        <p:tgtEl>
                                          <p:spTgt spid="221"/>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221"/>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222"/>
                                        </p:tgtEl>
                                        <p:attrNameLst>
                                          <p:attrName>style.visibility</p:attrName>
                                        </p:attrNameLst>
                                      </p:cBhvr>
                                      <p:to>
                                        <p:strVal val="visible"/>
                                      </p:to>
                                    </p:set>
                                    <p:animEffect transition="in" filter="fade">
                                      <p:cBhvr>
                                        <p:cTn id="20" dur="600"/>
                                        <p:tgtEl>
                                          <p:spTgt spid="222"/>
                                        </p:tgtEl>
                                      </p:cBhvr>
                                    </p:animEffect>
                                    <p:anim calcmode="lin" valueType="num">
                                      <p:cBhvr>
                                        <p:cTn id="21" dur="600" fill="hold">
                                          <p:stCondLst>
                                            <p:cond delay="0"/>
                                          </p:stCondLst>
                                        </p:cTn>
                                        <p:tgtEl>
                                          <p:spTgt spid="222"/>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222"/>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223"/>
                                        </p:tgtEl>
                                        <p:attrNameLst>
                                          <p:attrName>style.visibility</p:attrName>
                                        </p:attrNameLst>
                                      </p:cBhvr>
                                      <p:to>
                                        <p:strVal val="visible"/>
                                      </p:to>
                                    </p:set>
                                    <p:animEffect transition="in" filter="fade">
                                      <p:cBhvr>
                                        <p:cTn id="25" dur="600"/>
                                        <p:tgtEl>
                                          <p:spTgt spid="223"/>
                                        </p:tgtEl>
                                      </p:cBhvr>
                                    </p:animEffect>
                                    <p:anim calcmode="lin" valueType="num">
                                      <p:cBhvr>
                                        <p:cTn id="26" dur="600" fill="hold">
                                          <p:stCondLst>
                                            <p:cond delay="0"/>
                                          </p:stCondLst>
                                        </p:cTn>
                                        <p:tgtEl>
                                          <p:spTgt spid="223"/>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223"/>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460"/>
                                  </p:stCondLst>
                                  <p:childTnLst>
                                    <p:set>
                                      <p:cBhvr>
                                        <p:cTn id="29" dur="1" fill="hold">
                                          <p:stCondLst>
                                            <p:cond delay="0"/>
                                          </p:stCondLst>
                                        </p:cTn>
                                        <p:tgtEl>
                                          <p:spTgt spid="224"/>
                                        </p:tgtEl>
                                        <p:attrNameLst>
                                          <p:attrName>style.visibility</p:attrName>
                                        </p:attrNameLst>
                                      </p:cBhvr>
                                      <p:to>
                                        <p:strVal val="visible"/>
                                      </p:to>
                                    </p:set>
                                    <p:animEffect transition="in" filter="fade">
                                      <p:cBhvr>
                                        <p:cTn id="30" dur="600"/>
                                        <p:tgtEl>
                                          <p:spTgt spid="224"/>
                                        </p:tgtEl>
                                      </p:cBhvr>
                                    </p:animEffect>
                                    <p:anim calcmode="lin" valueType="num">
                                      <p:cBhvr>
                                        <p:cTn id="31" dur="600" fill="hold">
                                          <p:stCondLst>
                                            <p:cond delay="0"/>
                                          </p:stCondLst>
                                        </p:cTn>
                                        <p:tgtEl>
                                          <p:spTgt spid="224"/>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224"/>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460"/>
                                  </p:stCondLst>
                                  <p:childTnLst>
                                    <p:set>
                                      <p:cBhvr>
                                        <p:cTn id="34" dur="1" fill="hold">
                                          <p:stCondLst>
                                            <p:cond delay="0"/>
                                          </p:stCondLst>
                                        </p:cTn>
                                        <p:tgtEl>
                                          <p:spTgt spid="225"/>
                                        </p:tgtEl>
                                        <p:attrNameLst>
                                          <p:attrName>style.visibility</p:attrName>
                                        </p:attrNameLst>
                                      </p:cBhvr>
                                      <p:to>
                                        <p:strVal val="visible"/>
                                      </p:to>
                                    </p:set>
                                    <p:animEffect transition="in" filter="fade">
                                      <p:cBhvr>
                                        <p:cTn id="35" dur="600"/>
                                        <p:tgtEl>
                                          <p:spTgt spid="225"/>
                                        </p:tgtEl>
                                      </p:cBhvr>
                                    </p:animEffect>
                                    <p:anim calcmode="lin" valueType="num">
                                      <p:cBhvr>
                                        <p:cTn id="36" dur="600" fill="hold">
                                          <p:stCondLst>
                                            <p:cond delay="0"/>
                                          </p:stCondLst>
                                        </p:cTn>
                                        <p:tgtEl>
                                          <p:spTgt spid="225"/>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225"/>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460"/>
                                  </p:stCondLst>
                                  <p:childTnLst>
                                    <p:set>
                                      <p:cBhvr>
                                        <p:cTn id="39" dur="1" fill="hold">
                                          <p:stCondLst>
                                            <p:cond delay="0"/>
                                          </p:stCondLst>
                                        </p:cTn>
                                        <p:tgtEl>
                                          <p:spTgt spid="226"/>
                                        </p:tgtEl>
                                        <p:attrNameLst>
                                          <p:attrName>style.visibility</p:attrName>
                                        </p:attrNameLst>
                                      </p:cBhvr>
                                      <p:to>
                                        <p:strVal val="visible"/>
                                      </p:to>
                                    </p:set>
                                    <p:animEffect transition="in" filter="fade">
                                      <p:cBhvr>
                                        <p:cTn id="40" dur="600"/>
                                        <p:tgtEl>
                                          <p:spTgt spid="226"/>
                                        </p:tgtEl>
                                      </p:cBhvr>
                                    </p:animEffect>
                                    <p:anim calcmode="lin" valueType="num">
                                      <p:cBhvr>
                                        <p:cTn id="41" dur="600" fill="hold">
                                          <p:stCondLst>
                                            <p:cond delay="0"/>
                                          </p:stCondLst>
                                        </p:cTn>
                                        <p:tgtEl>
                                          <p:spTgt spid="226"/>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226"/>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70"/>
                                  </p:stCondLst>
                                  <p:childTnLst>
                                    <p:set>
                                      <p:cBhvr>
                                        <p:cTn id="44" dur="1" fill="hold">
                                          <p:stCondLst>
                                            <p:cond delay="0"/>
                                          </p:stCondLst>
                                        </p:cTn>
                                        <p:tgtEl>
                                          <p:spTgt spid="227"/>
                                        </p:tgtEl>
                                        <p:attrNameLst>
                                          <p:attrName>style.visibility</p:attrName>
                                        </p:attrNameLst>
                                      </p:cBhvr>
                                      <p:to>
                                        <p:strVal val="visible"/>
                                      </p:to>
                                    </p:set>
                                    <p:animEffect transition="in" filter="fade">
                                      <p:cBhvr>
                                        <p:cTn id="45" dur="600"/>
                                        <p:tgtEl>
                                          <p:spTgt spid="227"/>
                                        </p:tgtEl>
                                      </p:cBhvr>
                                    </p:animEffect>
                                    <p:anim calcmode="lin" valueType="num">
                                      <p:cBhvr>
                                        <p:cTn id="46" dur="600" fill="hold">
                                          <p:stCondLst>
                                            <p:cond delay="0"/>
                                          </p:stCondLst>
                                        </p:cTn>
                                        <p:tgtEl>
                                          <p:spTgt spid="227"/>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227"/>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570"/>
                                  </p:stCondLst>
                                  <p:childTnLst>
                                    <p:set>
                                      <p:cBhvr>
                                        <p:cTn id="49" dur="1" fill="hold">
                                          <p:stCondLst>
                                            <p:cond delay="0"/>
                                          </p:stCondLst>
                                        </p:cTn>
                                        <p:tgtEl>
                                          <p:spTgt spid="228"/>
                                        </p:tgtEl>
                                        <p:attrNameLst>
                                          <p:attrName>style.visibility</p:attrName>
                                        </p:attrNameLst>
                                      </p:cBhvr>
                                      <p:to>
                                        <p:strVal val="visible"/>
                                      </p:to>
                                    </p:set>
                                    <p:animEffect transition="in" filter="fade">
                                      <p:cBhvr>
                                        <p:cTn id="50" dur="600"/>
                                        <p:tgtEl>
                                          <p:spTgt spid="228"/>
                                        </p:tgtEl>
                                      </p:cBhvr>
                                    </p:animEffect>
                                    <p:anim calcmode="lin" valueType="num">
                                      <p:cBhvr>
                                        <p:cTn id="51" dur="600" fill="hold">
                                          <p:stCondLst>
                                            <p:cond delay="0"/>
                                          </p:stCondLst>
                                        </p:cTn>
                                        <p:tgtEl>
                                          <p:spTgt spid="228"/>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228"/>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570"/>
                                  </p:stCondLst>
                                  <p:childTnLst>
                                    <p:set>
                                      <p:cBhvr>
                                        <p:cTn id="54" dur="1" fill="hold">
                                          <p:stCondLst>
                                            <p:cond delay="0"/>
                                          </p:stCondLst>
                                        </p:cTn>
                                        <p:tgtEl>
                                          <p:spTgt spid="229"/>
                                        </p:tgtEl>
                                        <p:attrNameLst>
                                          <p:attrName>style.visibility</p:attrName>
                                        </p:attrNameLst>
                                      </p:cBhvr>
                                      <p:to>
                                        <p:strVal val="visible"/>
                                      </p:to>
                                    </p:set>
                                    <p:animEffect transition="in" filter="fade">
                                      <p:cBhvr>
                                        <p:cTn id="55" dur="600"/>
                                        <p:tgtEl>
                                          <p:spTgt spid="229"/>
                                        </p:tgtEl>
                                      </p:cBhvr>
                                    </p:animEffect>
                                    <p:anim calcmode="lin" valueType="num">
                                      <p:cBhvr>
                                        <p:cTn id="56" dur="600" fill="hold">
                                          <p:stCondLst>
                                            <p:cond delay="0"/>
                                          </p:stCondLst>
                                        </p:cTn>
                                        <p:tgtEl>
                                          <p:spTgt spid="229"/>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229"/>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680"/>
                                  </p:stCondLst>
                                  <p:childTnLst>
                                    <p:set>
                                      <p:cBhvr>
                                        <p:cTn id="59" dur="1" fill="hold">
                                          <p:stCondLst>
                                            <p:cond delay="0"/>
                                          </p:stCondLst>
                                        </p:cTn>
                                        <p:tgtEl>
                                          <p:spTgt spid="230"/>
                                        </p:tgtEl>
                                        <p:attrNameLst>
                                          <p:attrName>style.visibility</p:attrName>
                                        </p:attrNameLst>
                                      </p:cBhvr>
                                      <p:to>
                                        <p:strVal val="visible"/>
                                      </p:to>
                                    </p:set>
                                    <p:animEffect transition="in" filter="fade">
                                      <p:cBhvr>
                                        <p:cTn id="60" dur="600"/>
                                        <p:tgtEl>
                                          <p:spTgt spid="230"/>
                                        </p:tgtEl>
                                      </p:cBhvr>
                                    </p:animEffect>
                                    <p:anim calcmode="lin" valueType="num">
                                      <p:cBhvr>
                                        <p:cTn id="61" dur="600" fill="hold">
                                          <p:stCondLst>
                                            <p:cond delay="0"/>
                                          </p:stCondLst>
                                        </p:cTn>
                                        <p:tgtEl>
                                          <p:spTgt spid="230"/>
                                        </p:tgtEl>
                                        <p:attrNameLst>
                                          <p:attrName>ppt_x</p:attrName>
                                        </p:attrNameLst>
                                      </p:cBhvr>
                                      <p:tavLst>
                                        <p:tav tm="0">
                                          <p:val>
                                            <p:strVal val="#ppt_x"/>
                                          </p:val>
                                        </p:tav>
                                        <p:tav tm="100000">
                                          <p:val>
                                            <p:strVal val="#ppt_x"/>
                                          </p:val>
                                        </p:tav>
                                      </p:tavLst>
                                    </p:anim>
                                    <p:anim calcmode="lin" valueType="num">
                                      <p:cBhvr>
                                        <p:cTn id="62" dur="600" decel="100000" fill="hold">
                                          <p:stCondLst>
                                            <p:cond delay="0"/>
                                          </p:stCondLst>
                                        </p:cTn>
                                        <p:tgtEl>
                                          <p:spTgt spid="230"/>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680"/>
                                  </p:stCondLst>
                                  <p:childTnLst>
                                    <p:set>
                                      <p:cBhvr>
                                        <p:cTn id="64" dur="1" fill="hold">
                                          <p:stCondLst>
                                            <p:cond delay="0"/>
                                          </p:stCondLst>
                                        </p:cTn>
                                        <p:tgtEl>
                                          <p:spTgt spid="231"/>
                                        </p:tgtEl>
                                        <p:attrNameLst>
                                          <p:attrName>style.visibility</p:attrName>
                                        </p:attrNameLst>
                                      </p:cBhvr>
                                      <p:to>
                                        <p:strVal val="visible"/>
                                      </p:to>
                                    </p:set>
                                    <p:animEffect transition="in" filter="fade">
                                      <p:cBhvr>
                                        <p:cTn id="65" dur="600"/>
                                        <p:tgtEl>
                                          <p:spTgt spid="231"/>
                                        </p:tgtEl>
                                      </p:cBhvr>
                                    </p:animEffect>
                                    <p:anim calcmode="lin" valueType="num">
                                      <p:cBhvr>
                                        <p:cTn id="66" dur="600" fill="hold">
                                          <p:stCondLst>
                                            <p:cond delay="0"/>
                                          </p:stCondLst>
                                        </p:cTn>
                                        <p:tgtEl>
                                          <p:spTgt spid="231"/>
                                        </p:tgtEl>
                                        <p:attrNameLst>
                                          <p:attrName>ppt_x</p:attrName>
                                        </p:attrNameLst>
                                      </p:cBhvr>
                                      <p:tavLst>
                                        <p:tav tm="0">
                                          <p:val>
                                            <p:strVal val="#ppt_x"/>
                                          </p:val>
                                        </p:tav>
                                        <p:tav tm="100000">
                                          <p:val>
                                            <p:strVal val="#ppt_x"/>
                                          </p:val>
                                        </p:tav>
                                      </p:tavLst>
                                    </p:anim>
                                    <p:anim calcmode="lin" valueType="num">
                                      <p:cBhvr>
                                        <p:cTn id="67" dur="600" decel="100000" fill="hold">
                                          <p:stCondLst>
                                            <p:cond delay="0"/>
                                          </p:stCondLst>
                                        </p:cTn>
                                        <p:tgtEl>
                                          <p:spTgt spid="231"/>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680"/>
                                  </p:stCondLst>
                                  <p:childTnLst>
                                    <p:set>
                                      <p:cBhvr>
                                        <p:cTn id="69" dur="1" fill="hold">
                                          <p:stCondLst>
                                            <p:cond delay="0"/>
                                          </p:stCondLst>
                                        </p:cTn>
                                        <p:tgtEl>
                                          <p:spTgt spid="232"/>
                                        </p:tgtEl>
                                        <p:attrNameLst>
                                          <p:attrName>style.visibility</p:attrName>
                                        </p:attrNameLst>
                                      </p:cBhvr>
                                      <p:to>
                                        <p:strVal val="visible"/>
                                      </p:to>
                                    </p:set>
                                    <p:animEffect transition="in" filter="fade">
                                      <p:cBhvr>
                                        <p:cTn id="70" dur="600"/>
                                        <p:tgtEl>
                                          <p:spTgt spid="232"/>
                                        </p:tgtEl>
                                      </p:cBhvr>
                                    </p:animEffect>
                                    <p:anim calcmode="lin" valueType="num">
                                      <p:cBhvr>
                                        <p:cTn id="71" dur="600" fill="hold">
                                          <p:stCondLst>
                                            <p:cond delay="0"/>
                                          </p:stCondLst>
                                        </p:cTn>
                                        <p:tgtEl>
                                          <p:spTgt spid="232"/>
                                        </p:tgtEl>
                                        <p:attrNameLst>
                                          <p:attrName>ppt_x</p:attrName>
                                        </p:attrNameLst>
                                      </p:cBhvr>
                                      <p:tavLst>
                                        <p:tav tm="0">
                                          <p:val>
                                            <p:strVal val="#ppt_x"/>
                                          </p:val>
                                        </p:tav>
                                        <p:tav tm="100000">
                                          <p:val>
                                            <p:strVal val="#ppt_x"/>
                                          </p:val>
                                        </p:tav>
                                      </p:tavLst>
                                    </p:anim>
                                    <p:anim calcmode="lin" valueType="num">
                                      <p:cBhvr>
                                        <p:cTn id="72" dur="600" decel="100000" fill="hold">
                                          <p:stCondLst>
                                            <p:cond delay="0"/>
                                          </p:stCondLst>
                                        </p:cTn>
                                        <p:tgtEl>
                                          <p:spTgt spid="232"/>
                                        </p:tgtEl>
                                        <p:attrNameLst>
                                          <p:attrName>ppt_y</p:attrName>
                                        </p:attrNameLst>
                                      </p:cBhvr>
                                      <p:tavLst>
                                        <p:tav tm="0">
                                          <p:val>
                                            <p:strVal val="#ppt_y+0.04"/>
                                          </p:val>
                                        </p:tav>
                                        <p:tav tm="100000">
                                          <p:val>
                                            <p:strVal val="#ppt_y"/>
                                          </p:val>
                                        </p:tav>
                                      </p:tavLst>
                                    </p:anim>
                                  </p:childTnLst>
                                </p:cTn>
                              </p:par>
                              <p:par>
                                <p:cTn id="73" presetID="42" presetClass="entr" presetSubtype="0" fill="hold" grpId="0" nodeType="withEffect">
                                  <p:stCondLst>
                                    <p:cond delay="790"/>
                                  </p:stCondLst>
                                  <p:childTnLst>
                                    <p:set>
                                      <p:cBhvr>
                                        <p:cTn id="74" dur="1" fill="hold">
                                          <p:stCondLst>
                                            <p:cond delay="0"/>
                                          </p:stCondLst>
                                        </p:cTn>
                                        <p:tgtEl>
                                          <p:spTgt spid="233"/>
                                        </p:tgtEl>
                                        <p:attrNameLst>
                                          <p:attrName>style.visibility</p:attrName>
                                        </p:attrNameLst>
                                      </p:cBhvr>
                                      <p:to>
                                        <p:strVal val="visible"/>
                                      </p:to>
                                    </p:set>
                                    <p:animEffect transition="in" filter="fade">
                                      <p:cBhvr>
                                        <p:cTn id="75" dur="600"/>
                                        <p:tgtEl>
                                          <p:spTgt spid="233"/>
                                        </p:tgtEl>
                                      </p:cBhvr>
                                    </p:animEffect>
                                    <p:anim calcmode="lin" valueType="num">
                                      <p:cBhvr>
                                        <p:cTn id="76" dur="600" fill="hold">
                                          <p:stCondLst>
                                            <p:cond delay="0"/>
                                          </p:stCondLst>
                                        </p:cTn>
                                        <p:tgtEl>
                                          <p:spTgt spid="233"/>
                                        </p:tgtEl>
                                        <p:attrNameLst>
                                          <p:attrName>ppt_x</p:attrName>
                                        </p:attrNameLst>
                                      </p:cBhvr>
                                      <p:tavLst>
                                        <p:tav tm="0">
                                          <p:val>
                                            <p:strVal val="#ppt_x"/>
                                          </p:val>
                                        </p:tav>
                                        <p:tav tm="100000">
                                          <p:val>
                                            <p:strVal val="#ppt_x"/>
                                          </p:val>
                                        </p:tav>
                                      </p:tavLst>
                                    </p:anim>
                                    <p:anim calcmode="lin" valueType="num">
                                      <p:cBhvr>
                                        <p:cTn id="77" dur="600" decel="100000" fill="hold">
                                          <p:stCondLst>
                                            <p:cond delay="0"/>
                                          </p:stCondLst>
                                        </p:cTn>
                                        <p:tgtEl>
                                          <p:spTgt spid="233"/>
                                        </p:tgtEl>
                                        <p:attrNameLst>
                                          <p:attrName>ppt_y</p:attrName>
                                        </p:attrNameLst>
                                      </p:cBhvr>
                                      <p:tavLst>
                                        <p:tav tm="0">
                                          <p:val>
                                            <p:strVal val="#ppt_y+0.04"/>
                                          </p:val>
                                        </p:tav>
                                        <p:tav tm="100000">
                                          <p:val>
                                            <p:strVal val="#ppt_y"/>
                                          </p:val>
                                        </p:tav>
                                      </p:tavLst>
                                    </p:anim>
                                  </p:childTnLst>
                                </p:cTn>
                              </p:par>
                              <p:par>
                                <p:cTn id="78" presetID="42" presetClass="entr" presetSubtype="0" fill="hold" grpId="0" nodeType="withEffect">
                                  <p:stCondLst>
                                    <p:cond delay="790"/>
                                  </p:stCondLst>
                                  <p:childTnLst>
                                    <p:set>
                                      <p:cBhvr>
                                        <p:cTn id="79" dur="1" fill="hold">
                                          <p:stCondLst>
                                            <p:cond delay="0"/>
                                          </p:stCondLst>
                                        </p:cTn>
                                        <p:tgtEl>
                                          <p:spTgt spid="234"/>
                                        </p:tgtEl>
                                        <p:attrNameLst>
                                          <p:attrName>style.visibility</p:attrName>
                                        </p:attrNameLst>
                                      </p:cBhvr>
                                      <p:to>
                                        <p:strVal val="visible"/>
                                      </p:to>
                                    </p:set>
                                    <p:animEffect transition="in" filter="fade">
                                      <p:cBhvr>
                                        <p:cTn id="80" dur="600"/>
                                        <p:tgtEl>
                                          <p:spTgt spid="234"/>
                                        </p:tgtEl>
                                      </p:cBhvr>
                                    </p:animEffect>
                                    <p:anim calcmode="lin" valueType="num">
                                      <p:cBhvr>
                                        <p:cTn id="81" dur="600" fill="hold">
                                          <p:stCondLst>
                                            <p:cond delay="0"/>
                                          </p:stCondLst>
                                        </p:cTn>
                                        <p:tgtEl>
                                          <p:spTgt spid="234"/>
                                        </p:tgtEl>
                                        <p:attrNameLst>
                                          <p:attrName>ppt_x</p:attrName>
                                        </p:attrNameLst>
                                      </p:cBhvr>
                                      <p:tavLst>
                                        <p:tav tm="0">
                                          <p:val>
                                            <p:strVal val="#ppt_x"/>
                                          </p:val>
                                        </p:tav>
                                        <p:tav tm="100000">
                                          <p:val>
                                            <p:strVal val="#ppt_x"/>
                                          </p:val>
                                        </p:tav>
                                      </p:tavLst>
                                    </p:anim>
                                    <p:anim calcmode="lin" valueType="num">
                                      <p:cBhvr>
                                        <p:cTn id="82" dur="600" decel="100000" fill="hold">
                                          <p:stCondLst>
                                            <p:cond delay="0"/>
                                          </p:stCondLst>
                                        </p:cTn>
                                        <p:tgtEl>
                                          <p:spTgt spid="234"/>
                                        </p:tgtEl>
                                        <p:attrNameLst>
                                          <p:attrName>ppt_y</p:attrName>
                                        </p:attrNameLst>
                                      </p:cBhvr>
                                      <p:tavLst>
                                        <p:tav tm="0">
                                          <p:val>
                                            <p:strVal val="#ppt_y+0.04"/>
                                          </p:val>
                                        </p:tav>
                                        <p:tav tm="100000">
                                          <p:val>
                                            <p:strVal val="#ppt_y"/>
                                          </p:val>
                                        </p:tav>
                                      </p:tavLst>
                                    </p:anim>
                                  </p:childTnLst>
                                </p:cTn>
                              </p:par>
                              <p:par>
                                <p:cTn id="83" presetID="42" presetClass="entr" presetSubtype="0" fill="hold" grpId="0" nodeType="withEffect">
                                  <p:stCondLst>
                                    <p:cond delay="790"/>
                                  </p:stCondLst>
                                  <p:childTnLst>
                                    <p:set>
                                      <p:cBhvr>
                                        <p:cTn id="84" dur="1" fill="hold">
                                          <p:stCondLst>
                                            <p:cond delay="0"/>
                                          </p:stCondLst>
                                        </p:cTn>
                                        <p:tgtEl>
                                          <p:spTgt spid="235"/>
                                        </p:tgtEl>
                                        <p:attrNameLst>
                                          <p:attrName>style.visibility</p:attrName>
                                        </p:attrNameLst>
                                      </p:cBhvr>
                                      <p:to>
                                        <p:strVal val="visible"/>
                                      </p:to>
                                    </p:set>
                                    <p:animEffect transition="in" filter="fade">
                                      <p:cBhvr>
                                        <p:cTn id="85" dur="600"/>
                                        <p:tgtEl>
                                          <p:spTgt spid="235"/>
                                        </p:tgtEl>
                                      </p:cBhvr>
                                    </p:animEffect>
                                    <p:anim calcmode="lin" valueType="num">
                                      <p:cBhvr>
                                        <p:cTn id="86" dur="600" fill="hold">
                                          <p:stCondLst>
                                            <p:cond delay="0"/>
                                          </p:stCondLst>
                                        </p:cTn>
                                        <p:tgtEl>
                                          <p:spTgt spid="235"/>
                                        </p:tgtEl>
                                        <p:attrNameLst>
                                          <p:attrName>ppt_x</p:attrName>
                                        </p:attrNameLst>
                                      </p:cBhvr>
                                      <p:tavLst>
                                        <p:tav tm="0">
                                          <p:val>
                                            <p:strVal val="#ppt_x"/>
                                          </p:val>
                                        </p:tav>
                                        <p:tav tm="100000">
                                          <p:val>
                                            <p:strVal val="#ppt_x"/>
                                          </p:val>
                                        </p:tav>
                                      </p:tavLst>
                                    </p:anim>
                                    <p:anim calcmode="lin" valueType="num">
                                      <p:cBhvr>
                                        <p:cTn id="87" dur="600" decel="100000" fill="hold">
                                          <p:stCondLst>
                                            <p:cond delay="0"/>
                                          </p:stCondLst>
                                        </p:cTn>
                                        <p:tgtEl>
                                          <p:spTgt spid="235"/>
                                        </p:tgtEl>
                                        <p:attrNameLst>
                                          <p:attrName>ppt_y</p:attrName>
                                        </p:attrNameLst>
                                      </p:cBhvr>
                                      <p:tavLst>
                                        <p:tav tm="0">
                                          <p:val>
                                            <p:strVal val="#ppt_y+0.04"/>
                                          </p:val>
                                        </p:tav>
                                        <p:tav tm="100000">
                                          <p:val>
                                            <p:strVal val="#ppt_y"/>
                                          </p:val>
                                        </p:tav>
                                      </p:tavLst>
                                    </p:anim>
                                  </p:childTnLst>
                                </p:cTn>
                              </p:par>
                              <p:par>
                                <p:cTn id="88" presetID="42" presetClass="entr" presetSubtype="0" fill="hold" grpId="0" nodeType="withEffect">
                                  <p:stCondLst>
                                    <p:cond delay="900"/>
                                  </p:stCondLst>
                                  <p:childTnLst>
                                    <p:set>
                                      <p:cBhvr>
                                        <p:cTn id="89" dur="1" fill="hold">
                                          <p:stCondLst>
                                            <p:cond delay="0"/>
                                          </p:stCondLst>
                                        </p:cTn>
                                        <p:tgtEl>
                                          <p:spTgt spid="236"/>
                                        </p:tgtEl>
                                        <p:attrNameLst>
                                          <p:attrName>style.visibility</p:attrName>
                                        </p:attrNameLst>
                                      </p:cBhvr>
                                      <p:to>
                                        <p:strVal val="visible"/>
                                      </p:to>
                                    </p:set>
                                    <p:animEffect transition="in" filter="fade">
                                      <p:cBhvr>
                                        <p:cTn id="90" dur="600"/>
                                        <p:tgtEl>
                                          <p:spTgt spid="236"/>
                                        </p:tgtEl>
                                      </p:cBhvr>
                                    </p:animEffect>
                                    <p:anim calcmode="lin" valueType="num">
                                      <p:cBhvr>
                                        <p:cTn id="91" dur="600" fill="hold">
                                          <p:stCondLst>
                                            <p:cond delay="0"/>
                                          </p:stCondLst>
                                        </p:cTn>
                                        <p:tgtEl>
                                          <p:spTgt spid="236"/>
                                        </p:tgtEl>
                                        <p:attrNameLst>
                                          <p:attrName>ppt_x</p:attrName>
                                        </p:attrNameLst>
                                      </p:cBhvr>
                                      <p:tavLst>
                                        <p:tav tm="0">
                                          <p:val>
                                            <p:strVal val="#ppt_x"/>
                                          </p:val>
                                        </p:tav>
                                        <p:tav tm="100000">
                                          <p:val>
                                            <p:strVal val="#ppt_x"/>
                                          </p:val>
                                        </p:tav>
                                      </p:tavLst>
                                    </p:anim>
                                    <p:anim calcmode="lin" valueType="num">
                                      <p:cBhvr>
                                        <p:cTn id="92" dur="600" decel="100000" fill="hold">
                                          <p:stCondLst>
                                            <p:cond delay="0"/>
                                          </p:stCondLst>
                                        </p:cTn>
                                        <p:tgtEl>
                                          <p:spTgt spid="236"/>
                                        </p:tgtEl>
                                        <p:attrNameLst>
                                          <p:attrName>ppt_y</p:attrName>
                                        </p:attrNameLst>
                                      </p:cBhvr>
                                      <p:tavLst>
                                        <p:tav tm="0">
                                          <p:val>
                                            <p:strVal val="#ppt_y+0.04"/>
                                          </p:val>
                                        </p:tav>
                                        <p:tav tm="100000">
                                          <p:val>
                                            <p:strVal val="#ppt_y"/>
                                          </p:val>
                                        </p:tav>
                                      </p:tavLst>
                                    </p:anim>
                                  </p:childTnLst>
                                </p:cTn>
                              </p:par>
                              <p:par>
                                <p:cTn id="93" presetID="42" presetClass="entr" presetSubtype="0" fill="hold" grpId="0" nodeType="withEffect">
                                  <p:stCondLst>
                                    <p:cond delay="900"/>
                                  </p:stCondLst>
                                  <p:childTnLst>
                                    <p:set>
                                      <p:cBhvr>
                                        <p:cTn id="94" dur="1" fill="hold">
                                          <p:stCondLst>
                                            <p:cond delay="0"/>
                                          </p:stCondLst>
                                        </p:cTn>
                                        <p:tgtEl>
                                          <p:spTgt spid="237"/>
                                        </p:tgtEl>
                                        <p:attrNameLst>
                                          <p:attrName>style.visibility</p:attrName>
                                        </p:attrNameLst>
                                      </p:cBhvr>
                                      <p:to>
                                        <p:strVal val="visible"/>
                                      </p:to>
                                    </p:set>
                                    <p:animEffect transition="in" filter="fade">
                                      <p:cBhvr>
                                        <p:cTn id="95" dur="600"/>
                                        <p:tgtEl>
                                          <p:spTgt spid="237"/>
                                        </p:tgtEl>
                                      </p:cBhvr>
                                    </p:animEffect>
                                    <p:anim calcmode="lin" valueType="num">
                                      <p:cBhvr>
                                        <p:cTn id="96" dur="600" fill="hold">
                                          <p:stCondLst>
                                            <p:cond delay="0"/>
                                          </p:stCondLst>
                                        </p:cTn>
                                        <p:tgtEl>
                                          <p:spTgt spid="237"/>
                                        </p:tgtEl>
                                        <p:attrNameLst>
                                          <p:attrName>ppt_x</p:attrName>
                                        </p:attrNameLst>
                                      </p:cBhvr>
                                      <p:tavLst>
                                        <p:tav tm="0">
                                          <p:val>
                                            <p:strVal val="#ppt_x"/>
                                          </p:val>
                                        </p:tav>
                                        <p:tav tm="100000">
                                          <p:val>
                                            <p:strVal val="#ppt_x"/>
                                          </p:val>
                                        </p:tav>
                                      </p:tavLst>
                                    </p:anim>
                                    <p:anim calcmode="lin" valueType="num">
                                      <p:cBhvr>
                                        <p:cTn id="97" dur="600" decel="100000" fill="hold">
                                          <p:stCondLst>
                                            <p:cond delay="0"/>
                                          </p:stCondLst>
                                        </p:cTn>
                                        <p:tgtEl>
                                          <p:spTgt spid="237"/>
                                        </p:tgtEl>
                                        <p:attrNameLst>
                                          <p:attrName>ppt_y</p:attrName>
                                        </p:attrNameLst>
                                      </p:cBhvr>
                                      <p:tavLst>
                                        <p:tav tm="0">
                                          <p:val>
                                            <p:strVal val="#ppt_y+0.04"/>
                                          </p:val>
                                        </p:tav>
                                        <p:tav tm="100000">
                                          <p:val>
                                            <p:strVal val="#ppt_y"/>
                                          </p:val>
                                        </p:tav>
                                      </p:tavLst>
                                    </p:anim>
                                  </p:childTnLst>
                                </p:cTn>
                              </p:par>
                              <p:par>
                                <p:cTn id="98" presetID="42" presetClass="entr" presetSubtype="0" fill="hold" grpId="0" nodeType="withEffect">
                                  <p:stCondLst>
                                    <p:cond delay="900"/>
                                  </p:stCondLst>
                                  <p:childTnLst>
                                    <p:set>
                                      <p:cBhvr>
                                        <p:cTn id="99" dur="1" fill="hold">
                                          <p:stCondLst>
                                            <p:cond delay="0"/>
                                          </p:stCondLst>
                                        </p:cTn>
                                        <p:tgtEl>
                                          <p:spTgt spid="238"/>
                                        </p:tgtEl>
                                        <p:attrNameLst>
                                          <p:attrName>style.visibility</p:attrName>
                                        </p:attrNameLst>
                                      </p:cBhvr>
                                      <p:to>
                                        <p:strVal val="visible"/>
                                      </p:to>
                                    </p:set>
                                    <p:animEffect transition="in" filter="fade">
                                      <p:cBhvr>
                                        <p:cTn id="100" dur="600"/>
                                        <p:tgtEl>
                                          <p:spTgt spid="238"/>
                                        </p:tgtEl>
                                      </p:cBhvr>
                                    </p:animEffect>
                                    <p:anim calcmode="lin" valueType="num">
                                      <p:cBhvr>
                                        <p:cTn id="101" dur="600" fill="hold">
                                          <p:stCondLst>
                                            <p:cond delay="0"/>
                                          </p:stCondLst>
                                        </p:cTn>
                                        <p:tgtEl>
                                          <p:spTgt spid="238"/>
                                        </p:tgtEl>
                                        <p:attrNameLst>
                                          <p:attrName>ppt_x</p:attrName>
                                        </p:attrNameLst>
                                      </p:cBhvr>
                                      <p:tavLst>
                                        <p:tav tm="0">
                                          <p:val>
                                            <p:strVal val="#ppt_x"/>
                                          </p:val>
                                        </p:tav>
                                        <p:tav tm="100000">
                                          <p:val>
                                            <p:strVal val="#ppt_x"/>
                                          </p:val>
                                        </p:tav>
                                      </p:tavLst>
                                    </p:anim>
                                    <p:anim calcmode="lin" valueType="num">
                                      <p:cBhvr>
                                        <p:cTn id="102" dur="600" decel="100000" fill="hold">
                                          <p:stCondLst>
                                            <p:cond delay="0"/>
                                          </p:stCondLst>
                                        </p:cTn>
                                        <p:tgtEl>
                                          <p:spTgt spid="238"/>
                                        </p:tgtEl>
                                        <p:attrNameLst>
                                          <p:attrName>ppt_y</p:attrName>
                                        </p:attrNameLst>
                                      </p:cBhvr>
                                      <p:tavLst>
                                        <p:tav tm="0">
                                          <p:val>
                                            <p:strVal val="#ppt_y+0.04"/>
                                          </p:val>
                                        </p:tav>
                                        <p:tav tm="100000">
                                          <p:val>
                                            <p:strVal val="#ppt_y"/>
                                          </p:val>
                                        </p:tav>
                                      </p:tavLst>
                                    </p:anim>
                                  </p:childTnLst>
                                </p:cTn>
                              </p:par>
                              <p:par>
                                <p:cTn id="103" presetID="42" presetClass="entr" presetSubtype="0" fill="hold" grpId="0" nodeType="withEffect">
                                  <p:stCondLst>
                                    <p:cond delay="1010"/>
                                  </p:stCondLst>
                                  <p:childTnLst>
                                    <p:set>
                                      <p:cBhvr>
                                        <p:cTn id="104" dur="1" fill="hold">
                                          <p:stCondLst>
                                            <p:cond delay="0"/>
                                          </p:stCondLst>
                                        </p:cTn>
                                        <p:tgtEl>
                                          <p:spTgt spid="239"/>
                                        </p:tgtEl>
                                        <p:attrNameLst>
                                          <p:attrName>style.visibility</p:attrName>
                                        </p:attrNameLst>
                                      </p:cBhvr>
                                      <p:to>
                                        <p:strVal val="visible"/>
                                      </p:to>
                                    </p:set>
                                    <p:animEffect transition="in" filter="fade">
                                      <p:cBhvr>
                                        <p:cTn id="105" dur="600"/>
                                        <p:tgtEl>
                                          <p:spTgt spid="239"/>
                                        </p:tgtEl>
                                      </p:cBhvr>
                                    </p:animEffect>
                                    <p:anim calcmode="lin" valueType="num">
                                      <p:cBhvr>
                                        <p:cTn id="106" dur="600" fill="hold">
                                          <p:stCondLst>
                                            <p:cond delay="0"/>
                                          </p:stCondLst>
                                        </p:cTn>
                                        <p:tgtEl>
                                          <p:spTgt spid="239"/>
                                        </p:tgtEl>
                                        <p:attrNameLst>
                                          <p:attrName>ppt_x</p:attrName>
                                        </p:attrNameLst>
                                      </p:cBhvr>
                                      <p:tavLst>
                                        <p:tav tm="0">
                                          <p:val>
                                            <p:strVal val="#ppt_x"/>
                                          </p:val>
                                        </p:tav>
                                        <p:tav tm="100000">
                                          <p:val>
                                            <p:strVal val="#ppt_x"/>
                                          </p:val>
                                        </p:tav>
                                      </p:tavLst>
                                    </p:anim>
                                    <p:anim calcmode="lin" valueType="num">
                                      <p:cBhvr>
                                        <p:cTn id="107" dur="600" decel="100000" fill="hold">
                                          <p:stCondLst>
                                            <p:cond delay="0"/>
                                          </p:stCondLst>
                                        </p:cTn>
                                        <p:tgtEl>
                                          <p:spTgt spid="239"/>
                                        </p:tgtEl>
                                        <p:attrNameLst>
                                          <p:attrName>ppt_y</p:attrName>
                                        </p:attrNameLst>
                                      </p:cBhvr>
                                      <p:tavLst>
                                        <p:tav tm="0">
                                          <p:val>
                                            <p:strVal val="#ppt_y+0.04"/>
                                          </p:val>
                                        </p:tav>
                                        <p:tav tm="100000">
                                          <p:val>
                                            <p:strVal val="#ppt_y"/>
                                          </p:val>
                                        </p:tav>
                                      </p:tavLst>
                                    </p:anim>
                                  </p:childTnLst>
                                </p:cTn>
                              </p:par>
                              <p:par>
                                <p:cTn id="108" presetID="42" presetClass="entr" presetSubtype="0" fill="hold" grpId="0" nodeType="withEffect">
                                  <p:stCondLst>
                                    <p:cond delay="1010"/>
                                  </p:stCondLst>
                                  <p:childTnLst>
                                    <p:set>
                                      <p:cBhvr>
                                        <p:cTn id="109" dur="1" fill="hold">
                                          <p:stCondLst>
                                            <p:cond delay="0"/>
                                          </p:stCondLst>
                                        </p:cTn>
                                        <p:tgtEl>
                                          <p:spTgt spid="240"/>
                                        </p:tgtEl>
                                        <p:attrNameLst>
                                          <p:attrName>style.visibility</p:attrName>
                                        </p:attrNameLst>
                                      </p:cBhvr>
                                      <p:to>
                                        <p:strVal val="visible"/>
                                      </p:to>
                                    </p:set>
                                    <p:animEffect transition="in" filter="fade">
                                      <p:cBhvr>
                                        <p:cTn id="110" dur="600"/>
                                        <p:tgtEl>
                                          <p:spTgt spid="240"/>
                                        </p:tgtEl>
                                      </p:cBhvr>
                                    </p:animEffect>
                                    <p:anim calcmode="lin" valueType="num">
                                      <p:cBhvr>
                                        <p:cTn id="111" dur="600" fill="hold">
                                          <p:stCondLst>
                                            <p:cond delay="0"/>
                                          </p:stCondLst>
                                        </p:cTn>
                                        <p:tgtEl>
                                          <p:spTgt spid="240"/>
                                        </p:tgtEl>
                                        <p:attrNameLst>
                                          <p:attrName>ppt_x</p:attrName>
                                        </p:attrNameLst>
                                      </p:cBhvr>
                                      <p:tavLst>
                                        <p:tav tm="0">
                                          <p:val>
                                            <p:strVal val="#ppt_x"/>
                                          </p:val>
                                        </p:tav>
                                        <p:tav tm="100000">
                                          <p:val>
                                            <p:strVal val="#ppt_x"/>
                                          </p:val>
                                        </p:tav>
                                      </p:tavLst>
                                    </p:anim>
                                    <p:anim calcmode="lin" valueType="num">
                                      <p:cBhvr>
                                        <p:cTn id="112" dur="600" decel="100000" fill="hold">
                                          <p:stCondLst>
                                            <p:cond delay="0"/>
                                          </p:stCondLst>
                                        </p:cTn>
                                        <p:tgtEl>
                                          <p:spTgt spid="240"/>
                                        </p:tgtEl>
                                        <p:attrNameLst>
                                          <p:attrName>ppt_y</p:attrName>
                                        </p:attrNameLst>
                                      </p:cBhvr>
                                      <p:tavLst>
                                        <p:tav tm="0">
                                          <p:val>
                                            <p:strVal val="#ppt_y+0.04"/>
                                          </p:val>
                                        </p:tav>
                                        <p:tav tm="100000">
                                          <p:val>
                                            <p:strVal val="#ppt_y"/>
                                          </p:val>
                                        </p:tav>
                                      </p:tavLst>
                                    </p:anim>
                                  </p:childTnLst>
                                </p:cTn>
                              </p:par>
                              <p:par>
                                <p:cTn id="113" presetID="42" presetClass="entr" presetSubtype="0" fill="hold" grpId="0" nodeType="withEffect">
                                  <p:stCondLst>
                                    <p:cond delay="1010"/>
                                  </p:stCondLst>
                                  <p:childTnLst>
                                    <p:set>
                                      <p:cBhvr>
                                        <p:cTn id="114" dur="1" fill="hold">
                                          <p:stCondLst>
                                            <p:cond delay="0"/>
                                          </p:stCondLst>
                                        </p:cTn>
                                        <p:tgtEl>
                                          <p:spTgt spid="241"/>
                                        </p:tgtEl>
                                        <p:attrNameLst>
                                          <p:attrName>style.visibility</p:attrName>
                                        </p:attrNameLst>
                                      </p:cBhvr>
                                      <p:to>
                                        <p:strVal val="visible"/>
                                      </p:to>
                                    </p:set>
                                    <p:animEffect transition="in" filter="fade">
                                      <p:cBhvr>
                                        <p:cTn id="115" dur="600"/>
                                        <p:tgtEl>
                                          <p:spTgt spid="241"/>
                                        </p:tgtEl>
                                      </p:cBhvr>
                                    </p:animEffect>
                                    <p:anim calcmode="lin" valueType="num">
                                      <p:cBhvr>
                                        <p:cTn id="116" dur="600" fill="hold">
                                          <p:stCondLst>
                                            <p:cond delay="0"/>
                                          </p:stCondLst>
                                        </p:cTn>
                                        <p:tgtEl>
                                          <p:spTgt spid="241"/>
                                        </p:tgtEl>
                                        <p:attrNameLst>
                                          <p:attrName>ppt_x</p:attrName>
                                        </p:attrNameLst>
                                      </p:cBhvr>
                                      <p:tavLst>
                                        <p:tav tm="0">
                                          <p:val>
                                            <p:strVal val="#ppt_x"/>
                                          </p:val>
                                        </p:tav>
                                        <p:tav tm="100000">
                                          <p:val>
                                            <p:strVal val="#ppt_x"/>
                                          </p:val>
                                        </p:tav>
                                      </p:tavLst>
                                    </p:anim>
                                    <p:anim calcmode="lin" valueType="num">
                                      <p:cBhvr>
                                        <p:cTn id="117" dur="600" decel="100000" fill="hold">
                                          <p:stCondLst>
                                            <p:cond delay="0"/>
                                          </p:stCondLst>
                                        </p:cTn>
                                        <p:tgtEl>
                                          <p:spTgt spid="24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6"/>
        <p:cNvGrpSpPr/>
        <p:nvPr/>
      </p:nvGrpSpPr>
      <p:grpSpPr>
        <a:xfrm>
          <a:off x="0" y="0"/>
          <a:ext cx="0" cy="0"/>
          <a:chOff x="0" y="0"/>
          <a:chExt cx="0" cy="0"/>
        </a:xfrm>
      </p:grpSpPr>
      <p:sp>
        <p:nvSpPr>
          <p:cNvPr id="242" name="Kicker 242"/>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09</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البيانات</a:t>
            </a:r>
            <a:endParaRPr lang="ar-SA" sz="1200" dirty="0"/>
          </a:p>
        </p:txBody>
      </p:sp>
      <p:sp>
        <p:nvSpPr>
          <p:cNvPr id="243" name="Title 243"/>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البيانات المستخدمة</a:t>
            </a:r>
            <a:endParaRPr lang="ar-SA" sz="1200" dirty="0"/>
          </a:p>
        </p:txBody>
      </p:sp>
      <p:sp>
        <p:nvSpPr>
          <p:cNvPr id="244" name="Intro 244"/>
          <p:cNvSpPr txBox="1"/>
          <p:nvPr/>
        </p:nvSpPr>
        <p:spPr>
          <a:xfrm>
            <a:off x="2286000" y="1170432"/>
            <a:ext cx="6400800" cy="502920"/>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250" b="0" dirty="0">
                <a:solidFill>
                  <a:srgbClr val="B4B1CC"/>
                </a:solidFill>
                <a:latin typeface="Tajawal"/>
                <a:ea typeface="Tajawal"/>
                <a:cs typeface="Tajawal"/>
              </a:rPr>
              <a:t>يعتمد النموذج الأولي على بيانات مرئية من بيئة المحاكاة، تُحلّل لحظيًا لتحويل المشهد إلى مؤشرات ازدحام تدعم اختيار المسار الأنسب.</a:t>
            </a:r>
            <a:endParaRPr lang="ar-SA" sz="1200" dirty="0"/>
          </a:p>
        </p:txBody>
      </p:sp>
      <p:sp>
        <p:nvSpPr>
          <p:cNvPr id="245" name="Data card 245"/>
          <p:cNvSpPr/>
          <p:nvPr/>
        </p:nvSpPr>
        <p:spPr>
          <a:xfrm>
            <a:off x="4663440" y="1783080"/>
            <a:ext cx="4023360" cy="749808"/>
          </a:xfrm>
          <a:prstGeom prst="roundRect">
            <a:avLst>
              <a:gd name="adj" fmla="val 1707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46" name="Data label 246"/>
          <p:cNvSpPr txBox="1"/>
          <p:nvPr/>
        </p:nvSpPr>
        <p:spPr>
          <a:xfrm>
            <a:off x="7726680" y="1783080"/>
            <a:ext cx="77724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F4D6D"/>
                </a:solidFill>
                <a:latin typeface="Tajawal"/>
                <a:ea typeface="Tajawal"/>
                <a:cs typeface="Tajawal"/>
              </a:rPr>
              <a:t>المصدر</a:t>
            </a:r>
            <a:endParaRPr lang="ar-SA" sz="1200" dirty="0"/>
          </a:p>
        </p:txBody>
      </p:sp>
      <p:sp>
        <p:nvSpPr>
          <p:cNvPr id="247" name="Data text 247"/>
          <p:cNvSpPr txBox="1"/>
          <p:nvPr/>
        </p:nvSpPr>
        <p:spPr>
          <a:xfrm>
            <a:off x="4846320" y="1783080"/>
            <a:ext cx="292608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F5F5F8"/>
                </a:solidFill>
                <a:latin typeface="Tajawal"/>
                <a:ea typeface="Tajawal"/>
                <a:cs typeface="Tajawal"/>
              </a:rPr>
              <a:t>بث كاميرا الدرون داخل Gazebo.</a:t>
            </a:r>
            <a:endParaRPr lang="ar-SA" sz="1200" dirty="0"/>
          </a:p>
        </p:txBody>
      </p:sp>
      <p:sp>
        <p:nvSpPr>
          <p:cNvPr id="248" name="Data card 248"/>
          <p:cNvSpPr/>
          <p:nvPr/>
        </p:nvSpPr>
        <p:spPr>
          <a:xfrm>
            <a:off x="457200" y="1783080"/>
            <a:ext cx="4023360" cy="749808"/>
          </a:xfrm>
          <a:prstGeom prst="roundRect">
            <a:avLst>
              <a:gd name="adj" fmla="val 1707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49" name="Data label 249"/>
          <p:cNvSpPr txBox="1"/>
          <p:nvPr/>
        </p:nvSpPr>
        <p:spPr>
          <a:xfrm>
            <a:off x="3520440" y="1783080"/>
            <a:ext cx="77724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F4D6D"/>
                </a:solidFill>
                <a:latin typeface="Tajawal"/>
                <a:ea typeface="Tajawal"/>
                <a:cs typeface="Tajawal"/>
              </a:rPr>
              <a:t>المعالجة</a:t>
            </a:r>
            <a:endParaRPr lang="ar-SA" sz="1200" dirty="0"/>
          </a:p>
        </p:txBody>
      </p:sp>
      <p:sp>
        <p:nvSpPr>
          <p:cNvPr id="250" name="Data text 250"/>
          <p:cNvSpPr txBox="1"/>
          <p:nvPr/>
        </p:nvSpPr>
        <p:spPr>
          <a:xfrm>
            <a:off x="640080" y="1783080"/>
            <a:ext cx="292608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F5F5F8"/>
                </a:solidFill>
                <a:latin typeface="Tajawal"/>
                <a:ea typeface="Tajawal"/>
                <a:cs typeface="Tajawal"/>
              </a:rPr>
              <a:t>اكتشاف الأشخاص باستخدام YOLO وتحديد موقع كل شخص بالنسبة للمسارات.</a:t>
            </a:r>
            <a:endParaRPr lang="ar-SA" sz="1200" dirty="0"/>
          </a:p>
        </p:txBody>
      </p:sp>
      <p:sp>
        <p:nvSpPr>
          <p:cNvPr id="251" name="Data card 251"/>
          <p:cNvSpPr/>
          <p:nvPr/>
        </p:nvSpPr>
        <p:spPr>
          <a:xfrm>
            <a:off x="4663440" y="2670048"/>
            <a:ext cx="4023360" cy="749808"/>
          </a:xfrm>
          <a:prstGeom prst="roundRect">
            <a:avLst>
              <a:gd name="adj" fmla="val 1707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52" name="Data label 252"/>
          <p:cNvSpPr txBox="1"/>
          <p:nvPr/>
        </p:nvSpPr>
        <p:spPr>
          <a:xfrm>
            <a:off x="7726680" y="2670048"/>
            <a:ext cx="77724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F4D6D"/>
                </a:solidFill>
                <a:latin typeface="Tajawal"/>
                <a:ea typeface="Tajawal"/>
                <a:cs typeface="Tajawal"/>
              </a:rPr>
              <a:t>التحليل</a:t>
            </a:r>
            <a:endParaRPr lang="ar-SA" sz="1200" dirty="0"/>
          </a:p>
        </p:txBody>
      </p:sp>
      <p:sp>
        <p:nvSpPr>
          <p:cNvPr id="253" name="Data text 253"/>
          <p:cNvSpPr txBox="1"/>
          <p:nvPr/>
        </p:nvSpPr>
        <p:spPr>
          <a:xfrm>
            <a:off x="4846320" y="2670048"/>
            <a:ext cx="292608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F5F5F8"/>
                </a:solidFill>
                <a:latin typeface="Tajawal"/>
                <a:ea typeface="Tajawal"/>
                <a:cs typeface="Tajawal"/>
              </a:rPr>
              <a:t>حساب عدد المشاة وكثافتهم في كل مسار، وربطها بطول المسار.</a:t>
            </a:r>
            <a:endParaRPr lang="ar-SA" sz="1200" dirty="0"/>
          </a:p>
        </p:txBody>
      </p:sp>
      <p:sp>
        <p:nvSpPr>
          <p:cNvPr id="254" name="Data card 254"/>
          <p:cNvSpPr/>
          <p:nvPr/>
        </p:nvSpPr>
        <p:spPr>
          <a:xfrm>
            <a:off x="457200" y="2670048"/>
            <a:ext cx="4023360" cy="749808"/>
          </a:xfrm>
          <a:prstGeom prst="roundRect">
            <a:avLst>
              <a:gd name="adj" fmla="val 17073"/>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55" name="Data label 255"/>
          <p:cNvSpPr txBox="1"/>
          <p:nvPr/>
        </p:nvSpPr>
        <p:spPr>
          <a:xfrm>
            <a:off x="3520440" y="2670048"/>
            <a:ext cx="77724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F4D6D"/>
                </a:solidFill>
                <a:latin typeface="Tajawal"/>
                <a:ea typeface="Tajawal"/>
                <a:cs typeface="Tajawal"/>
              </a:rPr>
              <a:t>المخرجات</a:t>
            </a:r>
            <a:endParaRPr lang="ar-SA" sz="1200" dirty="0"/>
          </a:p>
        </p:txBody>
      </p:sp>
      <p:sp>
        <p:nvSpPr>
          <p:cNvPr id="256" name="Data text 256"/>
          <p:cNvSpPr txBox="1"/>
          <p:nvPr/>
        </p:nvSpPr>
        <p:spPr>
          <a:xfrm>
            <a:off x="640080" y="2670048"/>
            <a:ext cx="2926080" cy="7498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150" b="0" dirty="0">
                <a:solidFill>
                  <a:srgbClr val="F5F5F8"/>
                </a:solidFill>
                <a:latin typeface="Tajawal"/>
                <a:ea typeface="Tajawal"/>
                <a:cs typeface="Tajawal"/>
              </a:rPr>
              <a:t>مؤشر ازدحام لكل مسار + المسار الأنسب لمركبة الطوارئ.</a:t>
            </a:r>
            <a:endParaRPr lang="ar-SA" sz="1200" dirty="0"/>
          </a:p>
        </p:txBody>
      </p:sp>
      <p:sp>
        <p:nvSpPr>
          <p:cNvPr id="257" name="Flow step 257"/>
          <p:cNvSpPr/>
          <p:nvPr/>
        </p:nvSpPr>
        <p:spPr>
          <a:xfrm>
            <a:off x="6492240" y="3639312"/>
            <a:ext cx="2194560" cy="566928"/>
          </a:xfrm>
          <a:prstGeom prst="roundRect">
            <a:avLst>
              <a:gd name="adj" fmla="val 50000"/>
            </a:avLst>
          </a:prstGeom>
          <a:solidFill>
            <a:srgbClr val="14131D">
              <a:alpha val="80000"/>
            </a:srgbClr>
          </a:solidFill>
          <a:ln w="12700">
            <a:solidFill>
              <a:srgbClr val="8F82F5">
                <a:alpha val="55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58" name="Badge 258"/>
          <p:cNvSpPr/>
          <p:nvPr/>
        </p:nvSpPr>
        <p:spPr>
          <a:xfrm>
            <a:off x="8211312" y="3730752"/>
            <a:ext cx="384048" cy="384048"/>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150" b="1" dirty="0">
                <a:solidFill>
                  <a:srgbClr val="FFFFFF"/>
                </a:solidFill>
                <a:latin typeface="Tajawal"/>
                <a:ea typeface="Tajawal"/>
                <a:cs typeface="Tajawal"/>
              </a:rPr>
              <a:t>01</a:t>
            </a:r>
            <a:endParaRPr lang="ar-SA" sz="1200" dirty="0"/>
          </a:p>
        </p:txBody>
      </p:sp>
      <p:sp>
        <p:nvSpPr>
          <p:cNvPr id="259" name="Flow label 259"/>
          <p:cNvSpPr txBox="1"/>
          <p:nvPr/>
        </p:nvSpPr>
        <p:spPr>
          <a:xfrm>
            <a:off x="6629400" y="3639312"/>
            <a:ext cx="1508760" cy="566928"/>
          </a:xfrm>
          <a:prstGeom prst="rect">
            <a:avLst/>
          </a:prstGeom>
          <a:noFill/>
          <a:ln>
            <a:noFill/>
          </a:ln>
        </p:spPr>
        <p:txBody>
          <a:bodyPr wrap="square" lIns="0" tIns="0" rIns="0" bIns="0" rtlCol="0" anchor="ctr">
            <a:noAutofit/>
          </a:bodyPr>
          <a:lstStyle/>
          <a:p>
            <a:pPr marL="0" indent="0" algn="ctr" rtl="1">
              <a:lnSpc>
                <a:spcPct val="110000"/>
              </a:lnSpc>
              <a:spcBef>
                <a:spcPts val="0"/>
              </a:spcBef>
              <a:spcAft>
                <a:spcPts val="0"/>
              </a:spcAft>
              <a:buNone/>
            </a:pPr>
            <a:r>
              <a:rPr lang="ar-SA" sz="1400" b="1" dirty="0">
                <a:solidFill>
                  <a:srgbClr val="F5F5F8"/>
                </a:solidFill>
                <a:latin typeface="Tajawal"/>
                <a:ea typeface="Tajawal"/>
                <a:cs typeface="Tajawal"/>
              </a:rPr>
              <a:t>بث الكاميرا</a:t>
            </a:r>
            <a:endParaRPr lang="ar-SA" sz="1200" dirty="0"/>
          </a:p>
        </p:txBody>
      </p:sp>
      <p:sp>
        <p:nvSpPr>
          <p:cNvPr id="260" name="Arrow 260"/>
          <p:cNvSpPr/>
          <p:nvPr/>
        </p:nvSpPr>
        <p:spPr>
          <a:xfrm>
            <a:off x="5934456" y="3813048"/>
            <a:ext cx="292608" cy="219456"/>
          </a:xfrm>
          <a:prstGeom prst="leftArrow">
            <a:avLst/>
          </a:prstGeom>
          <a:solidFill>
            <a:srgbClr val="B4B1CC">
              <a:alpha val="70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61" name="Flow step 261"/>
          <p:cNvSpPr/>
          <p:nvPr/>
        </p:nvSpPr>
        <p:spPr>
          <a:xfrm>
            <a:off x="3474720" y="3639312"/>
            <a:ext cx="2194560" cy="566928"/>
          </a:xfrm>
          <a:prstGeom prst="roundRect">
            <a:avLst>
              <a:gd name="adj" fmla="val 50000"/>
            </a:avLst>
          </a:prstGeom>
          <a:solidFill>
            <a:srgbClr val="14131D">
              <a:alpha val="80000"/>
            </a:srgbClr>
          </a:solidFill>
          <a:ln w="12700">
            <a:solidFill>
              <a:srgbClr val="8F82F5">
                <a:alpha val="55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62" name="Badge 262"/>
          <p:cNvSpPr/>
          <p:nvPr/>
        </p:nvSpPr>
        <p:spPr>
          <a:xfrm>
            <a:off x="5193792" y="3730752"/>
            <a:ext cx="384048" cy="384048"/>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150" b="1" dirty="0">
                <a:solidFill>
                  <a:srgbClr val="FFFFFF"/>
                </a:solidFill>
                <a:latin typeface="Tajawal"/>
                <a:ea typeface="Tajawal"/>
                <a:cs typeface="Tajawal"/>
              </a:rPr>
              <a:t>02</a:t>
            </a:r>
            <a:endParaRPr lang="ar-SA" sz="1200" dirty="0"/>
          </a:p>
        </p:txBody>
      </p:sp>
      <p:sp>
        <p:nvSpPr>
          <p:cNvPr id="263" name="Flow label 263"/>
          <p:cNvSpPr txBox="1"/>
          <p:nvPr/>
        </p:nvSpPr>
        <p:spPr>
          <a:xfrm>
            <a:off x="3611880" y="3639312"/>
            <a:ext cx="1508760" cy="566928"/>
          </a:xfrm>
          <a:prstGeom prst="rect">
            <a:avLst/>
          </a:prstGeom>
          <a:noFill/>
          <a:ln>
            <a:noFill/>
          </a:ln>
        </p:spPr>
        <p:txBody>
          <a:bodyPr wrap="square" lIns="0" tIns="0" rIns="0" bIns="0" rtlCol="0" anchor="ctr">
            <a:noAutofit/>
          </a:bodyPr>
          <a:lstStyle/>
          <a:p>
            <a:pPr marL="0" indent="0" algn="ctr" rtl="1">
              <a:lnSpc>
                <a:spcPct val="110000"/>
              </a:lnSpc>
              <a:spcBef>
                <a:spcPts val="0"/>
              </a:spcBef>
              <a:spcAft>
                <a:spcPts val="0"/>
              </a:spcAft>
              <a:buNone/>
            </a:pPr>
            <a:r>
              <a:rPr lang="ar-SA" sz="1400" b="1" dirty="0">
                <a:solidFill>
                  <a:srgbClr val="F5F5F8"/>
                </a:solidFill>
                <a:latin typeface="Tajawal"/>
                <a:ea typeface="Tajawal"/>
                <a:cs typeface="Tajawal"/>
              </a:rPr>
              <a:t>تحليل الازدحام</a:t>
            </a:r>
            <a:endParaRPr lang="ar-SA" sz="1200" dirty="0"/>
          </a:p>
        </p:txBody>
      </p:sp>
      <p:sp>
        <p:nvSpPr>
          <p:cNvPr id="264" name="Arrow 264"/>
          <p:cNvSpPr/>
          <p:nvPr/>
        </p:nvSpPr>
        <p:spPr>
          <a:xfrm>
            <a:off x="2916936" y="3813048"/>
            <a:ext cx="292608" cy="219456"/>
          </a:xfrm>
          <a:prstGeom prst="leftArrow">
            <a:avLst/>
          </a:prstGeom>
          <a:solidFill>
            <a:srgbClr val="B4B1CC">
              <a:alpha val="70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65" name="Flow step 265"/>
          <p:cNvSpPr/>
          <p:nvPr/>
        </p:nvSpPr>
        <p:spPr>
          <a:xfrm>
            <a:off x="457200" y="3639312"/>
            <a:ext cx="2194560" cy="566928"/>
          </a:xfrm>
          <a:prstGeom prst="roundRect">
            <a:avLst>
              <a:gd name="adj" fmla="val 50000"/>
            </a:avLst>
          </a:prstGeom>
          <a:solidFill>
            <a:srgbClr val="14131D">
              <a:alpha val="80000"/>
            </a:srgbClr>
          </a:solidFill>
          <a:ln w="12700">
            <a:solidFill>
              <a:srgbClr val="8F82F5">
                <a:alpha val="55000"/>
              </a:srgbClr>
            </a:solid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66" name="Badge 266"/>
          <p:cNvSpPr/>
          <p:nvPr/>
        </p:nvSpPr>
        <p:spPr>
          <a:xfrm>
            <a:off x="2176272" y="3730752"/>
            <a:ext cx="384048" cy="384048"/>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150" b="1" dirty="0">
                <a:solidFill>
                  <a:srgbClr val="FFFFFF"/>
                </a:solidFill>
                <a:latin typeface="Tajawal"/>
                <a:ea typeface="Tajawal"/>
                <a:cs typeface="Tajawal"/>
              </a:rPr>
              <a:t>03</a:t>
            </a:r>
            <a:endParaRPr lang="ar-SA" sz="1200" dirty="0"/>
          </a:p>
        </p:txBody>
      </p:sp>
      <p:sp>
        <p:nvSpPr>
          <p:cNvPr id="267" name="Flow label 267"/>
          <p:cNvSpPr txBox="1"/>
          <p:nvPr/>
        </p:nvSpPr>
        <p:spPr>
          <a:xfrm>
            <a:off x="594360" y="3639312"/>
            <a:ext cx="1508760" cy="566928"/>
          </a:xfrm>
          <a:prstGeom prst="rect">
            <a:avLst/>
          </a:prstGeom>
          <a:noFill/>
          <a:ln>
            <a:noFill/>
          </a:ln>
        </p:spPr>
        <p:txBody>
          <a:bodyPr wrap="square" lIns="0" tIns="0" rIns="0" bIns="0" rtlCol="0" anchor="ctr">
            <a:noAutofit/>
          </a:bodyPr>
          <a:lstStyle/>
          <a:p>
            <a:pPr marL="0" indent="0" algn="ctr" rtl="1">
              <a:lnSpc>
                <a:spcPct val="110000"/>
              </a:lnSpc>
              <a:spcBef>
                <a:spcPts val="0"/>
              </a:spcBef>
              <a:spcAft>
                <a:spcPts val="0"/>
              </a:spcAft>
              <a:buNone/>
            </a:pPr>
            <a:r>
              <a:rPr lang="ar-SA" sz="1400" b="1" dirty="0">
                <a:solidFill>
                  <a:srgbClr val="F5F5F8"/>
                </a:solidFill>
                <a:latin typeface="Tajawal"/>
                <a:ea typeface="Tajawal"/>
                <a:cs typeface="Tajawal"/>
              </a:rPr>
              <a:t>قرار المسار</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fade">
                                      <p:cBhvr>
                                        <p:cTn id="7" dur="700"/>
                                        <p:tgtEl>
                                          <p:spTgt spid="242"/>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243"/>
                                        </p:tgtEl>
                                        <p:attrNameLst>
                                          <p:attrName>style.visibility</p:attrName>
                                        </p:attrNameLst>
                                      </p:cBhvr>
                                      <p:to>
                                        <p:strVal val="visible"/>
                                      </p:to>
                                    </p:set>
                                    <p:animEffect transition="in" filter="fade">
                                      <p:cBhvr>
                                        <p:cTn id="10" dur="600"/>
                                        <p:tgtEl>
                                          <p:spTgt spid="243"/>
                                        </p:tgtEl>
                                      </p:cBhvr>
                                    </p:animEffect>
                                    <p:anim calcmode="lin" valueType="num">
                                      <p:cBhvr>
                                        <p:cTn id="11" dur="600" fill="hold">
                                          <p:stCondLst>
                                            <p:cond delay="0"/>
                                          </p:stCondLst>
                                        </p:cTn>
                                        <p:tgtEl>
                                          <p:spTgt spid="243"/>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243"/>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244"/>
                                        </p:tgtEl>
                                        <p:attrNameLst>
                                          <p:attrName>style.visibility</p:attrName>
                                        </p:attrNameLst>
                                      </p:cBhvr>
                                      <p:to>
                                        <p:strVal val="visible"/>
                                      </p:to>
                                    </p:set>
                                    <p:animEffect transition="in" filter="fade">
                                      <p:cBhvr>
                                        <p:cTn id="15" dur="600"/>
                                        <p:tgtEl>
                                          <p:spTgt spid="244"/>
                                        </p:tgtEl>
                                      </p:cBhvr>
                                    </p:animEffect>
                                    <p:anim calcmode="lin" valueType="num">
                                      <p:cBhvr>
                                        <p:cTn id="16" dur="600" fill="hold">
                                          <p:stCondLst>
                                            <p:cond delay="0"/>
                                          </p:stCondLst>
                                        </p:cTn>
                                        <p:tgtEl>
                                          <p:spTgt spid="244"/>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244"/>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460"/>
                                  </p:stCondLst>
                                  <p:childTnLst>
                                    <p:set>
                                      <p:cBhvr>
                                        <p:cTn id="19" dur="1" fill="hold">
                                          <p:stCondLst>
                                            <p:cond delay="0"/>
                                          </p:stCondLst>
                                        </p:cTn>
                                        <p:tgtEl>
                                          <p:spTgt spid="245"/>
                                        </p:tgtEl>
                                        <p:attrNameLst>
                                          <p:attrName>style.visibility</p:attrName>
                                        </p:attrNameLst>
                                      </p:cBhvr>
                                      <p:to>
                                        <p:strVal val="visible"/>
                                      </p:to>
                                    </p:set>
                                    <p:animEffect transition="in" filter="fade">
                                      <p:cBhvr>
                                        <p:cTn id="20" dur="600"/>
                                        <p:tgtEl>
                                          <p:spTgt spid="245"/>
                                        </p:tgtEl>
                                      </p:cBhvr>
                                    </p:animEffect>
                                    <p:anim calcmode="lin" valueType="num">
                                      <p:cBhvr>
                                        <p:cTn id="21" dur="600" fill="hold">
                                          <p:stCondLst>
                                            <p:cond delay="0"/>
                                          </p:stCondLst>
                                        </p:cTn>
                                        <p:tgtEl>
                                          <p:spTgt spid="245"/>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245"/>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460"/>
                                  </p:stCondLst>
                                  <p:childTnLst>
                                    <p:set>
                                      <p:cBhvr>
                                        <p:cTn id="24" dur="1" fill="hold">
                                          <p:stCondLst>
                                            <p:cond delay="0"/>
                                          </p:stCondLst>
                                        </p:cTn>
                                        <p:tgtEl>
                                          <p:spTgt spid="246"/>
                                        </p:tgtEl>
                                        <p:attrNameLst>
                                          <p:attrName>style.visibility</p:attrName>
                                        </p:attrNameLst>
                                      </p:cBhvr>
                                      <p:to>
                                        <p:strVal val="visible"/>
                                      </p:to>
                                    </p:set>
                                    <p:animEffect transition="in" filter="fade">
                                      <p:cBhvr>
                                        <p:cTn id="25" dur="600"/>
                                        <p:tgtEl>
                                          <p:spTgt spid="246"/>
                                        </p:tgtEl>
                                      </p:cBhvr>
                                    </p:animEffect>
                                    <p:anim calcmode="lin" valueType="num">
                                      <p:cBhvr>
                                        <p:cTn id="26" dur="600" fill="hold">
                                          <p:stCondLst>
                                            <p:cond delay="0"/>
                                          </p:stCondLst>
                                        </p:cTn>
                                        <p:tgtEl>
                                          <p:spTgt spid="246"/>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246"/>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460"/>
                                  </p:stCondLst>
                                  <p:childTnLst>
                                    <p:set>
                                      <p:cBhvr>
                                        <p:cTn id="29" dur="1" fill="hold">
                                          <p:stCondLst>
                                            <p:cond delay="0"/>
                                          </p:stCondLst>
                                        </p:cTn>
                                        <p:tgtEl>
                                          <p:spTgt spid="247"/>
                                        </p:tgtEl>
                                        <p:attrNameLst>
                                          <p:attrName>style.visibility</p:attrName>
                                        </p:attrNameLst>
                                      </p:cBhvr>
                                      <p:to>
                                        <p:strVal val="visible"/>
                                      </p:to>
                                    </p:set>
                                    <p:animEffect transition="in" filter="fade">
                                      <p:cBhvr>
                                        <p:cTn id="30" dur="600"/>
                                        <p:tgtEl>
                                          <p:spTgt spid="247"/>
                                        </p:tgtEl>
                                      </p:cBhvr>
                                    </p:animEffect>
                                    <p:anim calcmode="lin" valueType="num">
                                      <p:cBhvr>
                                        <p:cTn id="31" dur="600" fill="hold">
                                          <p:stCondLst>
                                            <p:cond delay="0"/>
                                          </p:stCondLst>
                                        </p:cTn>
                                        <p:tgtEl>
                                          <p:spTgt spid="247"/>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247"/>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570"/>
                                  </p:stCondLst>
                                  <p:childTnLst>
                                    <p:set>
                                      <p:cBhvr>
                                        <p:cTn id="34" dur="1" fill="hold">
                                          <p:stCondLst>
                                            <p:cond delay="0"/>
                                          </p:stCondLst>
                                        </p:cTn>
                                        <p:tgtEl>
                                          <p:spTgt spid="248"/>
                                        </p:tgtEl>
                                        <p:attrNameLst>
                                          <p:attrName>style.visibility</p:attrName>
                                        </p:attrNameLst>
                                      </p:cBhvr>
                                      <p:to>
                                        <p:strVal val="visible"/>
                                      </p:to>
                                    </p:set>
                                    <p:animEffect transition="in" filter="fade">
                                      <p:cBhvr>
                                        <p:cTn id="35" dur="600"/>
                                        <p:tgtEl>
                                          <p:spTgt spid="248"/>
                                        </p:tgtEl>
                                      </p:cBhvr>
                                    </p:animEffect>
                                    <p:anim calcmode="lin" valueType="num">
                                      <p:cBhvr>
                                        <p:cTn id="36" dur="600" fill="hold">
                                          <p:stCondLst>
                                            <p:cond delay="0"/>
                                          </p:stCondLst>
                                        </p:cTn>
                                        <p:tgtEl>
                                          <p:spTgt spid="248"/>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248"/>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570"/>
                                  </p:stCondLst>
                                  <p:childTnLst>
                                    <p:set>
                                      <p:cBhvr>
                                        <p:cTn id="39" dur="1" fill="hold">
                                          <p:stCondLst>
                                            <p:cond delay="0"/>
                                          </p:stCondLst>
                                        </p:cTn>
                                        <p:tgtEl>
                                          <p:spTgt spid="249"/>
                                        </p:tgtEl>
                                        <p:attrNameLst>
                                          <p:attrName>style.visibility</p:attrName>
                                        </p:attrNameLst>
                                      </p:cBhvr>
                                      <p:to>
                                        <p:strVal val="visible"/>
                                      </p:to>
                                    </p:set>
                                    <p:animEffect transition="in" filter="fade">
                                      <p:cBhvr>
                                        <p:cTn id="40" dur="600"/>
                                        <p:tgtEl>
                                          <p:spTgt spid="249"/>
                                        </p:tgtEl>
                                      </p:cBhvr>
                                    </p:animEffect>
                                    <p:anim calcmode="lin" valueType="num">
                                      <p:cBhvr>
                                        <p:cTn id="41" dur="600" fill="hold">
                                          <p:stCondLst>
                                            <p:cond delay="0"/>
                                          </p:stCondLst>
                                        </p:cTn>
                                        <p:tgtEl>
                                          <p:spTgt spid="249"/>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249"/>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70"/>
                                  </p:stCondLst>
                                  <p:childTnLst>
                                    <p:set>
                                      <p:cBhvr>
                                        <p:cTn id="44" dur="1" fill="hold">
                                          <p:stCondLst>
                                            <p:cond delay="0"/>
                                          </p:stCondLst>
                                        </p:cTn>
                                        <p:tgtEl>
                                          <p:spTgt spid="250"/>
                                        </p:tgtEl>
                                        <p:attrNameLst>
                                          <p:attrName>style.visibility</p:attrName>
                                        </p:attrNameLst>
                                      </p:cBhvr>
                                      <p:to>
                                        <p:strVal val="visible"/>
                                      </p:to>
                                    </p:set>
                                    <p:animEffect transition="in" filter="fade">
                                      <p:cBhvr>
                                        <p:cTn id="45" dur="600"/>
                                        <p:tgtEl>
                                          <p:spTgt spid="250"/>
                                        </p:tgtEl>
                                      </p:cBhvr>
                                    </p:animEffect>
                                    <p:anim calcmode="lin" valueType="num">
                                      <p:cBhvr>
                                        <p:cTn id="46" dur="600" fill="hold">
                                          <p:stCondLst>
                                            <p:cond delay="0"/>
                                          </p:stCondLst>
                                        </p:cTn>
                                        <p:tgtEl>
                                          <p:spTgt spid="250"/>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250"/>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680"/>
                                  </p:stCondLst>
                                  <p:childTnLst>
                                    <p:set>
                                      <p:cBhvr>
                                        <p:cTn id="49" dur="1" fill="hold">
                                          <p:stCondLst>
                                            <p:cond delay="0"/>
                                          </p:stCondLst>
                                        </p:cTn>
                                        <p:tgtEl>
                                          <p:spTgt spid="251"/>
                                        </p:tgtEl>
                                        <p:attrNameLst>
                                          <p:attrName>style.visibility</p:attrName>
                                        </p:attrNameLst>
                                      </p:cBhvr>
                                      <p:to>
                                        <p:strVal val="visible"/>
                                      </p:to>
                                    </p:set>
                                    <p:animEffect transition="in" filter="fade">
                                      <p:cBhvr>
                                        <p:cTn id="50" dur="600"/>
                                        <p:tgtEl>
                                          <p:spTgt spid="251"/>
                                        </p:tgtEl>
                                      </p:cBhvr>
                                    </p:animEffect>
                                    <p:anim calcmode="lin" valueType="num">
                                      <p:cBhvr>
                                        <p:cTn id="51" dur="600" fill="hold">
                                          <p:stCondLst>
                                            <p:cond delay="0"/>
                                          </p:stCondLst>
                                        </p:cTn>
                                        <p:tgtEl>
                                          <p:spTgt spid="251"/>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251"/>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680"/>
                                  </p:stCondLst>
                                  <p:childTnLst>
                                    <p:set>
                                      <p:cBhvr>
                                        <p:cTn id="54" dur="1" fill="hold">
                                          <p:stCondLst>
                                            <p:cond delay="0"/>
                                          </p:stCondLst>
                                        </p:cTn>
                                        <p:tgtEl>
                                          <p:spTgt spid="252"/>
                                        </p:tgtEl>
                                        <p:attrNameLst>
                                          <p:attrName>style.visibility</p:attrName>
                                        </p:attrNameLst>
                                      </p:cBhvr>
                                      <p:to>
                                        <p:strVal val="visible"/>
                                      </p:to>
                                    </p:set>
                                    <p:animEffect transition="in" filter="fade">
                                      <p:cBhvr>
                                        <p:cTn id="55" dur="600"/>
                                        <p:tgtEl>
                                          <p:spTgt spid="252"/>
                                        </p:tgtEl>
                                      </p:cBhvr>
                                    </p:animEffect>
                                    <p:anim calcmode="lin" valueType="num">
                                      <p:cBhvr>
                                        <p:cTn id="56" dur="600" fill="hold">
                                          <p:stCondLst>
                                            <p:cond delay="0"/>
                                          </p:stCondLst>
                                        </p:cTn>
                                        <p:tgtEl>
                                          <p:spTgt spid="252"/>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252"/>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680"/>
                                  </p:stCondLst>
                                  <p:childTnLst>
                                    <p:set>
                                      <p:cBhvr>
                                        <p:cTn id="59" dur="1" fill="hold">
                                          <p:stCondLst>
                                            <p:cond delay="0"/>
                                          </p:stCondLst>
                                        </p:cTn>
                                        <p:tgtEl>
                                          <p:spTgt spid="253"/>
                                        </p:tgtEl>
                                        <p:attrNameLst>
                                          <p:attrName>style.visibility</p:attrName>
                                        </p:attrNameLst>
                                      </p:cBhvr>
                                      <p:to>
                                        <p:strVal val="visible"/>
                                      </p:to>
                                    </p:set>
                                    <p:animEffect transition="in" filter="fade">
                                      <p:cBhvr>
                                        <p:cTn id="60" dur="600"/>
                                        <p:tgtEl>
                                          <p:spTgt spid="253"/>
                                        </p:tgtEl>
                                      </p:cBhvr>
                                    </p:animEffect>
                                    <p:anim calcmode="lin" valueType="num">
                                      <p:cBhvr>
                                        <p:cTn id="61" dur="600" fill="hold">
                                          <p:stCondLst>
                                            <p:cond delay="0"/>
                                          </p:stCondLst>
                                        </p:cTn>
                                        <p:tgtEl>
                                          <p:spTgt spid="253"/>
                                        </p:tgtEl>
                                        <p:attrNameLst>
                                          <p:attrName>ppt_x</p:attrName>
                                        </p:attrNameLst>
                                      </p:cBhvr>
                                      <p:tavLst>
                                        <p:tav tm="0">
                                          <p:val>
                                            <p:strVal val="#ppt_x"/>
                                          </p:val>
                                        </p:tav>
                                        <p:tav tm="100000">
                                          <p:val>
                                            <p:strVal val="#ppt_x"/>
                                          </p:val>
                                        </p:tav>
                                      </p:tavLst>
                                    </p:anim>
                                    <p:anim calcmode="lin" valueType="num">
                                      <p:cBhvr>
                                        <p:cTn id="62" dur="600" decel="100000" fill="hold">
                                          <p:stCondLst>
                                            <p:cond delay="0"/>
                                          </p:stCondLst>
                                        </p:cTn>
                                        <p:tgtEl>
                                          <p:spTgt spid="253"/>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790"/>
                                  </p:stCondLst>
                                  <p:childTnLst>
                                    <p:set>
                                      <p:cBhvr>
                                        <p:cTn id="64" dur="1" fill="hold">
                                          <p:stCondLst>
                                            <p:cond delay="0"/>
                                          </p:stCondLst>
                                        </p:cTn>
                                        <p:tgtEl>
                                          <p:spTgt spid="254"/>
                                        </p:tgtEl>
                                        <p:attrNameLst>
                                          <p:attrName>style.visibility</p:attrName>
                                        </p:attrNameLst>
                                      </p:cBhvr>
                                      <p:to>
                                        <p:strVal val="visible"/>
                                      </p:to>
                                    </p:set>
                                    <p:animEffect transition="in" filter="fade">
                                      <p:cBhvr>
                                        <p:cTn id="65" dur="600"/>
                                        <p:tgtEl>
                                          <p:spTgt spid="254"/>
                                        </p:tgtEl>
                                      </p:cBhvr>
                                    </p:animEffect>
                                    <p:anim calcmode="lin" valueType="num">
                                      <p:cBhvr>
                                        <p:cTn id="66" dur="600" fill="hold">
                                          <p:stCondLst>
                                            <p:cond delay="0"/>
                                          </p:stCondLst>
                                        </p:cTn>
                                        <p:tgtEl>
                                          <p:spTgt spid="254"/>
                                        </p:tgtEl>
                                        <p:attrNameLst>
                                          <p:attrName>ppt_x</p:attrName>
                                        </p:attrNameLst>
                                      </p:cBhvr>
                                      <p:tavLst>
                                        <p:tav tm="0">
                                          <p:val>
                                            <p:strVal val="#ppt_x"/>
                                          </p:val>
                                        </p:tav>
                                        <p:tav tm="100000">
                                          <p:val>
                                            <p:strVal val="#ppt_x"/>
                                          </p:val>
                                        </p:tav>
                                      </p:tavLst>
                                    </p:anim>
                                    <p:anim calcmode="lin" valueType="num">
                                      <p:cBhvr>
                                        <p:cTn id="67" dur="600" decel="100000" fill="hold">
                                          <p:stCondLst>
                                            <p:cond delay="0"/>
                                          </p:stCondLst>
                                        </p:cTn>
                                        <p:tgtEl>
                                          <p:spTgt spid="254"/>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790"/>
                                  </p:stCondLst>
                                  <p:childTnLst>
                                    <p:set>
                                      <p:cBhvr>
                                        <p:cTn id="69" dur="1" fill="hold">
                                          <p:stCondLst>
                                            <p:cond delay="0"/>
                                          </p:stCondLst>
                                        </p:cTn>
                                        <p:tgtEl>
                                          <p:spTgt spid="255"/>
                                        </p:tgtEl>
                                        <p:attrNameLst>
                                          <p:attrName>style.visibility</p:attrName>
                                        </p:attrNameLst>
                                      </p:cBhvr>
                                      <p:to>
                                        <p:strVal val="visible"/>
                                      </p:to>
                                    </p:set>
                                    <p:animEffect transition="in" filter="fade">
                                      <p:cBhvr>
                                        <p:cTn id="70" dur="600"/>
                                        <p:tgtEl>
                                          <p:spTgt spid="255"/>
                                        </p:tgtEl>
                                      </p:cBhvr>
                                    </p:animEffect>
                                    <p:anim calcmode="lin" valueType="num">
                                      <p:cBhvr>
                                        <p:cTn id="71" dur="600" fill="hold">
                                          <p:stCondLst>
                                            <p:cond delay="0"/>
                                          </p:stCondLst>
                                        </p:cTn>
                                        <p:tgtEl>
                                          <p:spTgt spid="255"/>
                                        </p:tgtEl>
                                        <p:attrNameLst>
                                          <p:attrName>ppt_x</p:attrName>
                                        </p:attrNameLst>
                                      </p:cBhvr>
                                      <p:tavLst>
                                        <p:tav tm="0">
                                          <p:val>
                                            <p:strVal val="#ppt_x"/>
                                          </p:val>
                                        </p:tav>
                                        <p:tav tm="100000">
                                          <p:val>
                                            <p:strVal val="#ppt_x"/>
                                          </p:val>
                                        </p:tav>
                                      </p:tavLst>
                                    </p:anim>
                                    <p:anim calcmode="lin" valueType="num">
                                      <p:cBhvr>
                                        <p:cTn id="72" dur="600" decel="100000" fill="hold">
                                          <p:stCondLst>
                                            <p:cond delay="0"/>
                                          </p:stCondLst>
                                        </p:cTn>
                                        <p:tgtEl>
                                          <p:spTgt spid="255"/>
                                        </p:tgtEl>
                                        <p:attrNameLst>
                                          <p:attrName>ppt_y</p:attrName>
                                        </p:attrNameLst>
                                      </p:cBhvr>
                                      <p:tavLst>
                                        <p:tav tm="0">
                                          <p:val>
                                            <p:strVal val="#ppt_y+0.04"/>
                                          </p:val>
                                        </p:tav>
                                        <p:tav tm="100000">
                                          <p:val>
                                            <p:strVal val="#ppt_y"/>
                                          </p:val>
                                        </p:tav>
                                      </p:tavLst>
                                    </p:anim>
                                  </p:childTnLst>
                                </p:cTn>
                              </p:par>
                              <p:par>
                                <p:cTn id="73" presetID="42" presetClass="entr" presetSubtype="0" fill="hold" grpId="0" nodeType="withEffect">
                                  <p:stCondLst>
                                    <p:cond delay="790"/>
                                  </p:stCondLst>
                                  <p:childTnLst>
                                    <p:set>
                                      <p:cBhvr>
                                        <p:cTn id="74" dur="1" fill="hold">
                                          <p:stCondLst>
                                            <p:cond delay="0"/>
                                          </p:stCondLst>
                                        </p:cTn>
                                        <p:tgtEl>
                                          <p:spTgt spid="256"/>
                                        </p:tgtEl>
                                        <p:attrNameLst>
                                          <p:attrName>style.visibility</p:attrName>
                                        </p:attrNameLst>
                                      </p:cBhvr>
                                      <p:to>
                                        <p:strVal val="visible"/>
                                      </p:to>
                                    </p:set>
                                    <p:animEffect transition="in" filter="fade">
                                      <p:cBhvr>
                                        <p:cTn id="75" dur="600"/>
                                        <p:tgtEl>
                                          <p:spTgt spid="256"/>
                                        </p:tgtEl>
                                      </p:cBhvr>
                                    </p:animEffect>
                                    <p:anim calcmode="lin" valueType="num">
                                      <p:cBhvr>
                                        <p:cTn id="76" dur="600" fill="hold">
                                          <p:stCondLst>
                                            <p:cond delay="0"/>
                                          </p:stCondLst>
                                        </p:cTn>
                                        <p:tgtEl>
                                          <p:spTgt spid="256"/>
                                        </p:tgtEl>
                                        <p:attrNameLst>
                                          <p:attrName>ppt_x</p:attrName>
                                        </p:attrNameLst>
                                      </p:cBhvr>
                                      <p:tavLst>
                                        <p:tav tm="0">
                                          <p:val>
                                            <p:strVal val="#ppt_x"/>
                                          </p:val>
                                        </p:tav>
                                        <p:tav tm="100000">
                                          <p:val>
                                            <p:strVal val="#ppt_x"/>
                                          </p:val>
                                        </p:tav>
                                      </p:tavLst>
                                    </p:anim>
                                    <p:anim calcmode="lin" valueType="num">
                                      <p:cBhvr>
                                        <p:cTn id="77" dur="600" decel="100000" fill="hold">
                                          <p:stCondLst>
                                            <p:cond delay="0"/>
                                          </p:stCondLst>
                                        </p:cTn>
                                        <p:tgtEl>
                                          <p:spTgt spid="256"/>
                                        </p:tgtEl>
                                        <p:attrNameLst>
                                          <p:attrName>ppt_y</p:attrName>
                                        </p:attrNameLst>
                                      </p:cBhvr>
                                      <p:tavLst>
                                        <p:tav tm="0">
                                          <p:val>
                                            <p:strVal val="#ppt_y+0.04"/>
                                          </p:val>
                                        </p:tav>
                                        <p:tav tm="100000">
                                          <p:val>
                                            <p:strVal val="#ppt_y"/>
                                          </p:val>
                                        </p:tav>
                                      </p:tavLst>
                                    </p:anim>
                                  </p:childTnLst>
                                </p:cTn>
                              </p:par>
                              <p:par>
                                <p:cTn id="78" presetID="42" presetClass="entr" presetSubtype="0" fill="hold" grpId="0" nodeType="withEffect">
                                  <p:stCondLst>
                                    <p:cond delay="900"/>
                                  </p:stCondLst>
                                  <p:childTnLst>
                                    <p:set>
                                      <p:cBhvr>
                                        <p:cTn id="79" dur="1" fill="hold">
                                          <p:stCondLst>
                                            <p:cond delay="0"/>
                                          </p:stCondLst>
                                        </p:cTn>
                                        <p:tgtEl>
                                          <p:spTgt spid="257"/>
                                        </p:tgtEl>
                                        <p:attrNameLst>
                                          <p:attrName>style.visibility</p:attrName>
                                        </p:attrNameLst>
                                      </p:cBhvr>
                                      <p:to>
                                        <p:strVal val="visible"/>
                                      </p:to>
                                    </p:set>
                                    <p:animEffect transition="in" filter="fade">
                                      <p:cBhvr>
                                        <p:cTn id="80" dur="600"/>
                                        <p:tgtEl>
                                          <p:spTgt spid="257"/>
                                        </p:tgtEl>
                                      </p:cBhvr>
                                    </p:animEffect>
                                    <p:anim calcmode="lin" valueType="num">
                                      <p:cBhvr>
                                        <p:cTn id="81" dur="600" fill="hold">
                                          <p:stCondLst>
                                            <p:cond delay="0"/>
                                          </p:stCondLst>
                                        </p:cTn>
                                        <p:tgtEl>
                                          <p:spTgt spid="257"/>
                                        </p:tgtEl>
                                        <p:attrNameLst>
                                          <p:attrName>ppt_x</p:attrName>
                                        </p:attrNameLst>
                                      </p:cBhvr>
                                      <p:tavLst>
                                        <p:tav tm="0">
                                          <p:val>
                                            <p:strVal val="#ppt_x"/>
                                          </p:val>
                                        </p:tav>
                                        <p:tav tm="100000">
                                          <p:val>
                                            <p:strVal val="#ppt_x"/>
                                          </p:val>
                                        </p:tav>
                                      </p:tavLst>
                                    </p:anim>
                                    <p:anim calcmode="lin" valueType="num">
                                      <p:cBhvr>
                                        <p:cTn id="82" dur="600" decel="100000" fill="hold">
                                          <p:stCondLst>
                                            <p:cond delay="0"/>
                                          </p:stCondLst>
                                        </p:cTn>
                                        <p:tgtEl>
                                          <p:spTgt spid="257"/>
                                        </p:tgtEl>
                                        <p:attrNameLst>
                                          <p:attrName>ppt_y</p:attrName>
                                        </p:attrNameLst>
                                      </p:cBhvr>
                                      <p:tavLst>
                                        <p:tav tm="0">
                                          <p:val>
                                            <p:strVal val="#ppt_y+0.04"/>
                                          </p:val>
                                        </p:tav>
                                        <p:tav tm="100000">
                                          <p:val>
                                            <p:strVal val="#ppt_y"/>
                                          </p:val>
                                        </p:tav>
                                      </p:tavLst>
                                    </p:anim>
                                  </p:childTnLst>
                                </p:cTn>
                              </p:par>
                              <p:par>
                                <p:cTn id="83" presetID="42" presetClass="entr" presetSubtype="0" fill="hold" grpId="0" nodeType="withEffect">
                                  <p:stCondLst>
                                    <p:cond delay="900"/>
                                  </p:stCondLst>
                                  <p:childTnLst>
                                    <p:set>
                                      <p:cBhvr>
                                        <p:cTn id="84" dur="1" fill="hold">
                                          <p:stCondLst>
                                            <p:cond delay="0"/>
                                          </p:stCondLst>
                                        </p:cTn>
                                        <p:tgtEl>
                                          <p:spTgt spid="258"/>
                                        </p:tgtEl>
                                        <p:attrNameLst>
                                          <p:attrName>style.visibility</p:attrName>
                                        </p:attrNameLst>
                                      </p:cBhvr>
                                      <p:to>
                                        <p:strVal val="visible"/>
                                      </p:to>
                                    </p:set>
                                    <p:animEffect transition="in" filter="fade">
                                      <p:cBhvr>
                                        <p:cTn id="85" dur="600"/>
                                        <p:tgtEl>
                                          <p:spTgt spid="258"/>
                                        </p:tgtEl>
                                      </p:cBhvr>
                                    </p:animEffect>
                                    <p:anim calcmode="lin" valueType="num">
                                      <p:cBhvr>
                                        <p:cTn id="86" dur="600" fill="hold">
                                          <p:stCondLst>
                                            <p:cond delay="0"/>
                                          </p:stCondLst>
                                        </p:cTn>
                                        <p:tgtEl>
                                          <p:spTgt spid="258"/>
                                        </p:tgtEl>
                                        <p:attrNameLst>
                                          <p:attrName>ppt_x</p:attrName>
                                        </p:attrNameLst>
                                      </p:cBhvr>
                                      <p:tavLst>
                                        <p:tav tm="0">
                                          <p:val>
                                            <p:strVal val="#ppt_x"/>
                                          </p:val>
                                        </p:tav>
                                        <p:tav tm="100000">
                                          <p:val>
                                            <p:strVal val="#ppt_x"/>
                                          </p:val>
                                        </p:tav>
                                      </p:tavLst>
                                    </p:anim>
                                    <p:anim calcmode="lin" valueType="num">
                                      <p:cBhvr>
                                        <p:cTn id="87" dur="600" decel="100000" fill="hold">
                                          <p:stCondLst>
                                            <p:cond delay="0"/>
                                          </p:stCondLst>
                                        </p:cTn>
                                        <p:tgtEl>
                                          <p:spTgt spid="258"/>
                                        </p:tgtEl>
                                        <p:attrNameLst>
                                          <p:attrName>ppt_y</p:attrName>
                                        </p:attrNameLst>
                                      </p:cBhvr>
                                      <p:tavLst>
                                        <p:tav tm="0">
                                          <p:val>
                                            <p:strVal val="#ppt_y+0.04"/>
                                          </p:val>
                                        </p:tav>
                                        <p:tav tm="100000">
                                          <p:val>
                                            <p:strVal val="#ppt_y"/>
                                          </p:val>
                                        </p:tav>
                                      </p:tavLst>
                                    </p:anim>
                                  </p:childTnLst>
                                </p:cTn>
                              </p:par>
                              <p:par>
                                <p:cTn id="88" presetID="42" presetClass="entr" presetSubtype="0" fill="hold" grpId="0" nodeType="withEffect">
                                  <p:stCondLst>
                                    <p:cond delay="900"/>
                                  </p:stCondLst>
                                  <p:childTnLst>
                                    <p:set>
                                      <p:cBhvr>
                                        <p:cTn id="89" dur="1" fill="hold">
                                          <p:stCondLst>
                                            <p:cond delay="0"/>
                                          </p:stCondLst>
                                        </p:cTn>
                                        <p:tgtEl>
                                          <p:spTgt spid="259"/>
                                        </p:tgtEl>
                                        <p:attrNameLst>
                                          <p:attrName>style.visibility</p:attrName>
                                        </p:attrNameLst>
                                      </p:cBhvr>
                                      <p:to>
                                        <p:strVal val="visible"/>
                                      </p:to>
                                    </p:set>
                                    <p:animEffect transition="in" filter="fade">
                                      <p:cBhvr>
                                        <p:cTn id="90" dur="600"/>
                                        <p:tgtEl>
                                          <p:spTgt spid="259"/>
                                        </p:tgtEl>
                                      </p:cBhvr>
                                    </p:animEffect>
                                    <p:anim calcmode="lin" valueType="num">
                                      <p:cBhvr>
                                        <p:cTn id="91" dur="600" fill="hold">
                                          <p:stCondLst>
                                            <p:cond delay="0"/>
                                          </p:stCondLst>
                                        </p:cTn>
                                        <p:tgtEl>
                                          <p:spTgt spid="259"/>
                                        </p:tgtEl>
                                        <p:attrNameLst>
                                          <p:attrName>ppt_x</p:attrName>
                                        </p:attrNameLst>
                                      </p:cBhvr>
                                      <p:tavLst>
                                        <p:tav tm="0">
                                          <p:val>
                                            <p:strVal val="#ppt_x"/>
                                          </p:val>
                                        </p:tav>
                                        <p:tav tm="100000">
                                          <p:val>
                                            <p:strVal val="#ppt_x"/>
                                          </p:val>
                                        </p:tav>
                                      </p:tavLst>
                                    </p:anim>
                                    <p:anim calcmode="lin" valueType="num">
                                      <p:cBhvr>
                                        <p:cTn id="92" dur="600" decel="100000" fill="hold">
                                          <p:stCondLst>
                                            <p:cond delay="0"/>
                                          </p:stCondLst>
                                        </p:cTn>
                                        <p:tgtEl>
                                          <p:spTgt spid="259"/>
                                        </p:tgtEl>
                                        <p:attrNameLst>
                                          <p:attrName>ppt_y</p:attrName>
                                        </p:attrNameLst>
                                      </p:cBhvr>
                                      <p:tavLst>
                                        <p:tav tm="0">
                                          <p:val>
                                            <p:strVal val="#ppt_y+0.04"/>
                                          </p:val>
                                        </p:tav>
                                        <p:tav tm="100000">
                                          <p:val>
                                            <p:strVal val="#ppt_y"/>
                                          </p:val>
                                        </p:tav>
                                      </p:tavLst>
                                    </p:anim>
                                  </p:childTnLst>
                                </p:cTn>
                              </p:par>
                              <p:par>
                                <p:cTn id="93" presetID="42" presetClass="entr" presetSubtype="0" fill="hold" grpId="0" nodeType="withEffect">
                                  <p:stCondLst>
                                    <p:cond delay="1010"/>
                                  </p:stCondLst>
                                  <p:childTnLst>
                                    <p:set>
                                      <p:cBhvr>
                                        <p:cTn id="94" dur="1" fill="hold">
                                          <p:stCondLst>
                                            <p:cond delay="0"/>
                                          </p:stCondLst>
                                        </p:cTn>
                                        <p:tgtEl>
                                          <p:spTgt spid="261"/>
                                        </p:tgtEl>
                                        <p:attrNameLst>
                                          <p:attrName>style.visibility</p:attrName>
                                        </p:attrNameLst>
                                      </p:cBhvr>
                                      <p:to>
                                        <p:strVal val="visible"/>
                                      </p:to>
                                    </p:set>
                                    <p:animEffect transition="in" filter="fade">
                                      <p:cBhvr>
                                        <p:cTn id="95" dur="600"/>
                                        <p:tgtEl>
                                          <p:spTgt spid="261"/>
                                        </p:tgtEl>
                                      </p:cBhvr>
                                    </p:animEffect>
                                    <p:anim calcmode="lin" valueType="num">
                                      <p:cBhvr>
                                        <p:cTn id="96" dur="600" fill="hold">
                                          <p:stCondLst>
                                            <p:cond delay="0"/>
                                          </p:stCondLst>
                                        </p:cTn>
                                        <p:tgtEl>
                                          <p:spTgt spid="261"/>
                                        </p:tgtEl>
                                        <p:attrNameLst>
                                          <p:attrName>ppt_x</p:attrName>
                                        </p:attrNameLst>
                                      </p:cBhvr>
                                      <p:tavLst>
                                        <p:tav tm="0">
                                          <p:val>
                                            <p:strVal val="#ppt_x"/>
                                          </p:val>
                                        </p:tav>
                                        <p:tav tm="100000">
                                          <p:val>
                                            <p:strVal val="#ppt_x"/>
                                          </p:val>
                                        </p:tav>
                                      </p:tavLst>
                                    </p:anim>
                                    <p:anim calcmode="lin" valueType="num">
                                      <p:cBhvr>
                                        <p:cTn id="97" dur="600" decel="100000" fill="hold">
                                          <p:stCondLst>
                                            <p:cond delay="0"/>
                                          </p:stCondLst>
                                        </p:cTn>
                                        <p:tgtEl>
                                          <p:spTgt spid="261"/>
                                        </p:tgtEl>
                                        <p:attrNameLst>
                                          <p:attrName>ppt_y</p:attrName>
                                        </p:attrNameLst>
                                      </p:cBhvr>
                                      <p:tavLst>
                                        <p:tav tm="0">
                                          <p:val>
                                            <p:strVal val="#ppt_y+0.04"/>
                                          </p:val>
                                        </p:tav>
                                        <p:tav tm="100000">
                                          <p:val>
                                            <p:strVal val="#ppt_y"/>
                                          </p:val>
                                        </p:tav>
                                      </p:tavLst>
                                    </p:anim>
                                  </p:childTnLst>
                                </p:cTn>
                              </p:par>
                              <p:par>
                                <p:cTn id="98" presetID="42" presetClass="entr" presetSubtype="0" fill="hold" grpId="0" nodeType="withEffect">
                                  <p:stCondLst>
                                    <p:cond delay="1010"/>
                                  </p:stCondLst>
                                  <p:childTnLst>
                                    <p:set>
                                      <p:cBhvr>
                                        <p:cTn id="99" dur="1" fill="hold">
                                          <p:stCondLst>
                                            <p:cond delay="0"/>
                                          </p:stCondLst>
                                        </p:cTn>
                                        <p:tgtEl>
                                          <p:spTgt spid="262"/>
                                        </p:tgtEl>
                                        <p:attrNameLst>
                                          <p:attrName>style.visibility</p:attrName>
                                        </p:attrNameLst>
                                      </p:cBhvr>
                                      <p:to>
                                        <p:strVal val="visible"/>
                                      </p:to>
                                    </p:set>
                                    <p:animEffect transition="in" filter="fade">
                                      <p:cBhvr>
                                        <p:cTn id="100" dur="600"/>
                                        <p:tgtEl>
                                          <p:spTgt spid="262"/>
                                        </p:tgtEl>
                                      </p:cBhvr>
                                    </p:animEffect>
                                    <p:anim calcmode="lin" valueType="num">
                                      <p:cBhvr>
                                        <p:cTn id="101" dur="600" fill="hold">
                                          <p:stCondLst>
                                            <p:cond delay="0"/>
                                          </p:stCondLst>
                                        </p:cTn>
                                        <p:tgtEl>
                                          <p:spTgt spid="262"/>
                                        </p:tgtEl>
                                        <p:attrNameLst>
                                          <p:attrName>ppt_x</p:attrName>
                                        </p:attrNameLst>
                                      </p:cBhvr>
                                      <p:tavLst>
                                        <p:tav tm="0">
                                          <p:val>
                                            <p:strVal val="#ppt_x"/>
                                          </p:val>
                                        </p:tav>
                                        <p:tav tm="100000">
                                          <p:val>
                                            <p:strVal val="#ppt_x"/>
                                          </p:val>
                                        </p:tav>
                                      </p:tavLst>
                                    </p:anim>
                                    <p:anim calcmode="lin" valueType="num">
                                      <p:cBhvr>
                                        <p:cTn id="102" dur="600" decel="100000" fill="hold">
                                          <p:stCondLst>
                                            <p:cond delay="0"/>
                                          </p:stCondLst>
                                        </p:cTn>
                                        <p:tgtEl>
                                          <p:spTgt spid="262"/>
                                        </p:tgtEl>
                                        <p:attrNameLst>
                                          <p:attrName>ppt_y</p:attrName>
                                        </p:attrNameLst>
                                      </p:cBhvr>
                                      <p:tavLst>
                                        <p:tav tm="0">
                                          <p:val>
                                            <p:strVal val="#ppt_y+0.04"/>
                                          </p:val>
                                        </p:tav>
                                        <p:tav tm="100000">
                                          <p:val>
                                            <p:strVal val="#ppt_y"/>
                                          </p:val>
                                        </p:tav>
                                      </p:tavLst>
                                    </p:anim>
                                  </p:childTnLst>
                                </p:cTn>
                              </p:par>
                              <p:par>
                                <p:cTn id="103" presetID="42" presetClass="entr" presetSubtype="0" fill="hold" grpId="0" nodeType="withEffect">
                                  <p:stCondLst>
                                    <p:cond delay="1010"/>
                                  </p:stCondLst>
                                  <p:childTnLst>
                                    <p:set>
                                      <p:cBhvr>
                                        <p:cTn id="104" dur="1" fill="hold">
                                          <p:stCondLst>
                                            <p:cond delay="0"/>
                                          </p:stCondLst>
                                        </p:cTn>
                                        <p:tgtEl>
                                          <p:spTgt spid="263"/>
                                        </p:tgtEl>
                                        <p:attrNameLst>
                                          <p:attrName>style.visibility</p:attrName>
                                        </p:attrNameLst>
                                      </p:cBhvr>
                                      <p:to>
                                        <p:strVal val="visible"/>
                                      </p:to>
                                    </p:set>
                                    <p:animEffect transition="in" filter="fade">
                                      <p:cBhvr>
                                        <p:cTn id="105" dur="600"/>
                                        <p:tgtEl>
                                          <p:spTgt spid="263"/>
                                        </p:tgtEl>
                                      </p:cBhvr>
                                    </p:animEffect>
                                    <p:anim calcmode="lin" valueType="num">
                                      <p:cBhvr>
                                        <p:cTn id="106" dur="600" fill="hold">
                                          <p:stCondLst>
                                            <p:cond delay="0"/>
                                          </p:stCondLst>
                                        </p:cTn>
                                        <p:tgtEl>
                                          <p:spTgt spid="263"/>
                                        </p:tgtEl>
                                        <p:attrNameLst>
                                          <p:attrName>ppt_x</p:attrName>
                                        </p:attrNameLst>
                                      </p:cBhvr>
                                      <p:tavLst>
                                        <p:tav tm="0">
                                          <p:val>
                                            <p:strVal val="#ppt_x"/>
                                          </p:val>
                                        </p:tav>
                                        <p:tav tm="100000">
                                          <p:val>
                                            <p:strVal val="#ppt_x"/>
                                          </p:val>
                                        </p:tav>
                                      </p:tavLst>
                                    </p:anim>
                                    <p:anim calcmode="lin" valueType="num">
                                      <p:cBhvr>
                                        <p:cTn id="107" dur="600" decel="100000" fill="hold">
                                          <p:stCondLst>
                                            <p:cond delay="0"/>
                                          </p:stCondLst>
                                        </p:cTn>
                                        <p:tgtEl>
                                          <p:spTgt spid="263"/>
                                        </p:tgtEl>
                                        <p:attrNameLst>
                                          <p:attrName>ppt_y</p:attrName>
                                        </p:attrNameLst>
                                      </p:cBhvr>
                                      <p:tavLst>
                                        <p:tav tm="0">
                                          <p:val>
                                            <p:strVal val="#ppt_y+0.04"/>
                                          </p:val>
                                        </p:tav>
                                        <p:tav tm="100000">
                                          <p:val>
                                            <p:strVal val="#ppt_y"/>
                                          </p:val>
                                        </p:tav>
                                      </p:tavLst>
                                    </p:anim>
                                  </p:childTnLst>
                                </p:cTn>
                              </p:par>
                              <p:par>
                                <p:cTn id="108" presetID="42" presetClass="entr" presetSubtype="0" fill="hold" grpId="0" nodeType="withEffect">
                                  <p:stCondLst>
                                    <p:cond delay="1120"/>
                                  </p:stCondLst>
                                  <p:childTnLst>
                                    <p:set>
                                      <p:cBhvr>
                                        <p:cTn id="109" dur="1" fill="hold">
                                          <p:stCondLst>
                                            <p:cond delay="0"/>
                                          </p:stCondLst>
                                        </p:cTn>
                                        <p:tgtEl>
                                          <p:spTgt spid="265"/>
                                        </p:tgtEl>
                                        <p:attrNameLst>
                                          <p:attrName>style.visibility</p:attrName>
                                        </p:attrNameLst>
                                      </p:cBhvr>
                                      <p:to>
                                        <p:strVal val="visible"/>
                                      </p:to>
                                    </p:set>
                                    <p:animEffect transition="in" filter="fade">
                                      <p:cBhvr>
                                        <p:cTn id="110" dur="600"/>
                                        <p:tgtEl>
                                          <p:spTgt spid="265"/>
                                        </p:tgtEl>
                                      </p:cBhvr>
                                    </p:animEffect>
                                    <p:anim calcmode="lin" valueType="num">
                                      <p:cBhvr>
                                        <p:cTn id="111" dur="600" fill="hold">
                                          <p:stCondLst>
                                            <p:cond delay="0"/>
                                          </p:stCondLst>
                                        </p:cTn>
                                        <p:tgtEl>
                                          <p:spTgt spid="265"/>
                                        </p:tgtEl>
                                        <p:attrNameLst>
                                          <p:attrName>ppt_x</p:attrName>
                                        </p:attrNameLst>
                                      </p:cBhvr>
                                      <p:tavLst>
                                        <p:tav tm="0">
                                          <p:val>
                                            <p:strVal val="#ppt_x"/>
                                          </p:val>
                                        </p:tav>
                                        <p:tav tm="100000">
                                          <p:val>
                                            <p:strVal val="#ppt_x"/>
                                          </p:val>
                                        </p:tav>
                                      </p:tavLst>
                                    </p:anim>
                                    <p:anim calcmode="lin" valueType="num">
                                      <p:cBhvr>
                                        <p:cTn id="112" dur="600" decel="100000" fill="hold">
                                          <p:stCondLst>
                                            <p:cond delay="0"/>
                                          </p:stCondLst>
                                        </p:cTn>
                                        <p:tgtEl>
                                          <p:spTgt spid="265"/>
                                        </p:tgtEl>
                                        <p:attrNameLst>
                                          <p:attrName>ppt_y</p:attrName>
                                        </p:attrNameLst>
                                      </p:cBhvr>
                                      <p:tavLst>
                                        <p:tav tm="0">
                                          <p:val>
                                            <p:strVal val="#ppt_y+0.04"/>
                                          </p:val>
                                        </p:tav>
                                        <p:tav tm="100000">
                                          <p:val>
                                            <p:strVal val="#ppt_y"/>
                                          </p:val>
                                        </p:tav>
                                      </p:tavLst>
                                    </p:anim>
                                  </p:childTnLst>
                                </p:cTn>
                              </p:par>
                              <p:par>
                                <p:cTn id="113" presetID="42" presetClass="entr" presetSubtype="0" fill="hold" grpId="0" nodeType="withEffect">
                                  <p:stCondLst>
                                    <p:cond delay="1120"/>
                                  </p:stCondLst>
                                  <p:childTnLst>
                                    <p:set>
                                      <p:cBhvr>
                                        <p:cTn id="114" dur="1" fill="hold">
                                          <p:stCondLst>
                                            <p:cond delay="0"/>
                                          </p:stCondLst>
                                        </p:cTn>
                                        <p:tgtEl>
                                          <p:spTgt spid="266"/>
                                        </p:tgtEl>
                                        <p:attrNameLst>
                                          <p:attrName>style.visibility</p:attrName>
                                        </p:attrNameLst>
                                      </p:cBhvr>
                                      <p:to>
                                        <p:strVal val="visible"/>
                                      </p:to>
                                    </p:set>
                                    <p:animEffect transition="in" filter="fade">
                                      <p:cBhvr>
                                        <p:cTn id="115" dur="600"/>
                                        <p:tgtEl>
                                          <p:spTgt spid="266"/>
                                        </p:tgtEl>
                                      </p:cBhvr>
                                    </p:animEffect>
                                    <p:anim calcmode="lin" valueType="num">
                                      <p:cBhvr>
                                        <p:cTn id="116" dur="600" fill="hold">
                                          <p:stCondLst>
                                            <p:cond delay="0"/>
                                          </p:stCondLst>
                                        </p:cTn>
                                        <p:tgtEl>
                                          <p:spTgt spid="266"/>
                                        </p:tgtEl>
                                        <p:attrNameLst>
                                          <p:attrName>ppt_x</p:attrName>
                                        </p:attrNameLst>
                                      </p:cBhvr>
                                      <p:tavLst>
                                        <p:tav tm="0">
                                          <p:val>
                                            <p:strVal val="#ppt_x"/>
                                          </p:val>
                                        </p:tav>
                                        <p:tav tm="100000">
                                          <p:val>
                                            <p:strVal val="#ppt_x"/>
                                          </p:val>
                                        </p:tav>
                                      </p:tavLst>
                                    </p:anim>
                                    <p:anim calcmode="lin" valueType="num">
                                      <p:cBhvr>
                                        <p:cTn id="117" dur="600" decel="100000" fill="hold">
                                          <p:stCondLst>
                                            <p:cond delay="0"/>
                                          </p:stCondLst>
                                        </p:cTn>
                                        <p:tgtEl>
                                          <p:spTgt spid="266"/>
                                        </p:tgtEl>
                                        <p:attrNameLst>
                                          <p:attrName>ppt_y</p:attrName>
                                        </p:attrNameLst>
                                      </p:cBhvr>
                                      <p:tavLst>
                                        <p:tav tm="0">
                                          <p:val>
                                            <p:strVal val="#ppt_y+0.04"/>
                                          </p:val>
                                        </p:tav>
                                        <p:tav tm="100000">
                                          <p:val>
                                            <p:strVal val="#ppt_y"/>
                                          </p:val>
                                        </p:tav>
                                      </p:tavLst>
                                    </p:anim>
                                  </p:childTnLst>
                                </p:cTn>
                              </p:par>
                              <p:par>
                                <p:cTn id="118" presetID="42" presetClass="entr" presetSubtype="0" fill="hold" grpId="0" nodeType="withEffect">
                                  <p:stCondLst>
                                    <p:cond delay="1120"/>
                                  </p:stCondLst>
                                  <p:childTnLst>
                                    <p:set>
                                      <p:cBhvr>
                                        <p:cTn id="119" dur="1" fill="hold">
                                          <p:stCondLst>
                                            <p:cond delay="0"/>
                                          </p:stCondLst>
                                        </p:cTn>
                                        <p:tgtEl>
                                          <p:spTgt spid="267"/>
                                        </p:tgtEl>
                                        <p:attrNameLst>
                                          <p:attrName>style.visibility</p:attrName>
                                        </p:attrNameLst>
                                      </p:cBhvr>
                                      <p:to>
                                        <p:strVal val="visible"/>
                                      </p:to>
                                    </p:set>
                                    <p:animEffect transition="in" filter="fade">
                                      <p:cBhvr>
                                        <p:cTn id="120" dur="600"/>
                                        <p:tgtEl>
                                          <p:spTgt spid="267"/>
                                        </p:tgtEl>
                                      </p:cBhvr>
                                    </p:animEffect>
                                    <p:anim calcmode="lin" valueType="num">
                                      <p:cBhvr>
                                        <p:cTn id="121" dur="600" fill="hold">
                                          <p:stCondLst>
                                            <p:cond delay="0"/>
                                          </p:stCondLst>
                                        </p:cTn>
                                        <p:tgtEl>
                                          <p:spTgt spid="267"/>
                                        </p:tgtEl>
                                        <p:attrNameLst>
                                          <p:attrName>ppt_x</p:attrName>
                                        </p:attrNameLst>
                                      </p:cBhvr>
                                      <p:tavLst>
                                        <p:tav tm="0">
                                          <p:val>
                                            <p:strVal val="#ppt_x"/>
                                          </p:val>
                                        </p:tav>
                                        <p:tav tm="100000">
                                          <p:val>
                                            <p:strVal val="#ppt_x"/>
                                          </p:val>
                                        </p:tav>
                                      </p:tavLst>
                                    </p:anim>
                                    <p:anim calcmode="lin" valueType="num">
                                      <p:cBhvr>
                                        <p:cTn id="122" dur="600" decel="100000" fill="hold">
                                          <p:stCondLst>
                                            <p:cond delay="0"/>
                                          </p:stCondLst>
                                        </p:cTn>
                                        <p:tgtEl>
                                          <p:spTgt spid="267"/>
                                        </p:tgtEl>
                                        <p:attrNameLst>
                                          <p:attrName>ppt_y</p:attrName>
                                        </p:attrNameLst>
                                      </p:cBhvr>
                                      <p:tavLst>
                                        <p:tav tm="0">
                                          <p:val>
                                            <p:strVal val="#ppt_y+0.04"/>
                                          </p:val>
                                        </p:tav>
                                        <p:tav tm="100000">
                                          <p:val>
                                            <p:strVal val="#ppt_y"/>
                                          </p:val>
                                        </p:tav>
                                      </p:tavLst>
                                    </p:anim>
                                  </p:childTnLst>
                                </p:cTn>
                              </p:par>
                              <p:par>
                                <p:cTn id="123" presetID="42" presetClass="entr" presetSubtype="0" fill="hold" grpId="0" nodeType="withEffect">
                                  <p:stCondLst>
                                    <p:cond delay="1230"/>
                                  </p:stCondLst>
                                  <p:childTnLst>
                                    <p:set>
                                      <p:cBhvr>
                                        <p:cTn id="124" dur="1" fill="hold">
                                          <p:stCondLst>
                                            <p:cond delay="0"/>
                                          </p:stCondLst>
                                        </p:cTn>
                                        <p:tgtEl>
                                          <p:spTgt spid="260"/>
                                        </p:tgtEl>
                                        <p:attrNameLst>
                                          <p:attrName>style.visibility</p:attrName>
                                        </p:attrNameLst>
                                      </p:cBhvr>
                                      <p:to>
                                        <p:strVal val="visible"/>
                                      </p:to>
                                    </p:set>
                                    <p:animEffect transition="in" filter="fade">
                                      <p:cBhvr>
                                        <p:cTn id="125" dur="600"/>
                                        <p:tgtEl>
                                          <p:spTgt spid="260"/>
                                        </p:tgtEl>
                                      </p:cBhvr>
                                    </p:animEffect>
                                    <p:anim calcmode="lin" valueType="num">
                                      <p:cBhvr>
                                        <p:cTn id="126" dur="600" fill="hold">
                                          <p:stCondLst>
                                            <p:cond delay="0"/>
                                          </p:stCondLst>
                                        </p:cTn>
                                        <p:tgtEl>
                                          <p:spTgt spid="260"/>
                                        </p:tgtEl>
                                        <p:attrNameLst>
                                          <p:attrName>ppt_x</p:attrName>
                                        </p:attrNameLst>
                                      </p:cBhvr>
                                      <p:tavLst>
                                        <p:tav tm="0">
                                          <p:val>
                                            <p:strVal val="#ppt_x"/>
                                          </p:val>
                                        </p:tav>
                                        <p:tav tm="100000">
                                          <p:val>
                                            <p:strVal val="#ppt_x"/>
                                          </p:val>
                                        </p:tav>
                                      </p:tavLst>
                                    </p:anim>
                                    <p:anim calcmode="lin" valueType="num">
                                      <p:cBhvr>
                                        <p:cTn id="127" dur="600" decel="100000" fill="hold">
                                          <p:stCondLst>
                                            <p:cond delay="0"/>
                                          </p:stCondLst>
                                        </p:cTn>
                                        <p:tgtEl>
                                          <p:spTgt spid="260"/>
                                        </p:tgtEl>
                                        <p:attrNameLst>
                                          <p:attrName>ppt_y</p:attrName>
                                        </p:attrNameLst>
                                      </p:cBhvr>
                                      <p:tavLst>
                                        <p:tav tm="0">
                                          <p:val>
                                            <p:strVal val="#ppt_y+0.04"/>
                                          </p:val>
                                        </p:tav>
                                        <p:tav tm="100000">
                                          <p:val>
                                            <p:strVal val="#ppt_y"/>
                                          </p:val>
                                        </p:tav>
                                      </p:tavLst>
                                    </p:anim>
                                  </p:childTnLst>
                                </p:cTn>
                              </p:par>
                              <p:par>
                                <p:cTn id="128" presetID="42" presetClass="entr" presetSubtype="0" fill="hold" grpId="0" nodeType="withEffect">
                                  <p:stCondLst>
                                    <p:cond delay="1340"/>
                                  </p:stCondLst>
                                  <p:childTnLst>
                                    <p:set>
                                      <p:cBhvr>
                                        <p:cTn id="129" dur="1" fill="hold">
                                          <p:stCondLst>
                                            <p:cond delay="0"/>
                                          </p:stCondLst>
                                        </p:cTn>
                                        <p:tgtEl>
                                          <p:spTgt spid="264"/>
                                        </p:tgtEl>
                                        <p:attrNameLst>
                                          <p:attrName>style.visibility</p:attrName>
                                        </p:attrNameLst>
                                      </p:cBhvr>
                                      <p:to>
                                        <p:strVal val="visible"/>
                                      </p:to>
                                    </p:set>
                                    <p:animEffect transition="in" filter="fade">
                                      <p:cBhvr>
                                        <p:cTn id="130" dur="600"/>
                                        <p:tgtEl>
                                          <p:spTgt spid="264"/>
                                        </p:tgtEl>
                                      </p:cBhvr>
                                    </p:animEffect>
                                    <p:anim calcmode="lin" valueType="num">
                                      <p:cBhvr>
                                        <p:cTn id="131" dur="600" fill="hold">
                                          <p:stCondLst>
                                            <p:cond delay="0"/>
                                          </p:stCondLst>
                                        </p:cTn>
                                        <p:tgtEl>
                                          <p:spTgt spid="264"/>
                                        </p:tgtEl>
                                        <p:attrNameLst>
                                          <p:attrName>ppt_x</p:attrName>
                                        </p:attrNameLst>
                                      </p:cBhvr>
                                      <p:tavLst>
                                        <p:tav tm="0">
                                          <p:val>
                                            <p:strVal val="#ppt_x"/>
                                          </p:val>
                                        </p:tav>
                                        <p:tav tm="100000">
                                          <p:val>
                                            <p:strVal val="#ppt_x"/>
                                          </p:val>
                                        </p:tav>
                                      </p:tavLst>
                                    </p:anim>
                                    <p:anim calcmode="lin" valueType="num">
                                      <p:cBhvr>
                                        <p:cTn id="132" dur="600" decel="100000" fill="hold">
                                          <p:stCondLst>
                                            <p:cond delay="0"/>
                                          </p:stCondLst>
                                        </p:cTn>
                                        <p:tgtEl>
                                          <p:spTgt spid="264"/>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animBg="1"/>
      <p:bldP spid="243" grpId="0" animBg="1"/>
      <p:bldP spid="244" grpId="0" animBg="1"/>
      <p:bldP spid="245" grpId="0" animBg="1"/>
      <p:bldP spid="246" grpId="0" animBg="1"/>
      <p:bldP spid="247" grpId="0" animBg="1"/>
      <p:bldP spid="248"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P spid="261" grpId="0" animBg="1"/>
      <p:bldP spid="262" grpId="0" animBg="1"/>
      <p:bldP spid="263" grpId="0" animBg="1"/>
      <p:bldP spid="264" grpId="0" animBg="1"/>
      <p:bldP spid="265" grpId="0" animBg="1"/>
      <p:bldP spid="266" grpId="0" animBg="1"/>
      <p:bldP spid="26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pic>
        <p:nvPicPr>
          <p:cNvPr id="268" name="Flow photo 268"/>
          <p:cNvPicPr>
            <a:picLocks noChangeAspect="1"/>
          </p:cNvPicPr>
          <p:nvPr/>
        </p:nvPicPr>
        <p:blipFill>
          <a:blip r:embed="rId4"/>
          <a:srcRect l="10350" r="10350"/>
          <a:stretch>
            <a:fillRect/>
          </a:stretch>
        </p:blipFill>
        <p:spPr>
          <a:xfrm>
            <a:off x="457200" y="457200"/>
            <a:ext cx="2331720" cy="4224528"/>
          </a:xfrm>
          <a:prstGeom prst="roundRect">
            <a:avLst>
              <a:gd name="adj" fmla="val 7843"/>
            </a:avLst>
          </a:prstGeom>
          <a:ln w="9525">
            <a:solidFill>
              <a:srgbClr val="FFFFFF">
                <a:alpha val="18000"/>
              </a:srgbClr>
            </a:solidFill>
          </a:ln>
        </p:spPr>
      </p:pic>
      <p:sp>
        <p:nvSpPr>
          <p:cNvPr id="269" name="Kicker 269"/>
          <p:cNvSpPr txBox="1"/>
          <p:nvPr/>
        </p:nvSpPr>
        <p:spPr>
          <a:xfrm>
            <a:off x="3108960" y="365760"/>
            <a:ext cx="557784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10</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آلية العمل</a:t>
            </a:r>
            <a:endParaRPr lang="ar-SA" sz="1200" dirty="0"/>
          </a:p>
        </p:txBody>
      </p:sp>
      <p:sp>
        <p:nvSpPr>
          <p:cNvPr id="270" name="Title 270"/>
          <p:cNvSpPr txBox="1"/>
          <p:nvPr/>
        </p:nvSpPr>
        <p:spPr>
          <a:xfrm>
            <a:off x="3108960" y="603504"/>
            <a:ext cx="557784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300" b="1" dirty="0">
                <a:solidFill>
                  <a:srgbClr val="F5F5F8"/>
                </a:solidFill>
                <a:latin typeface="Tajawal"/>
                <a:ea typeface="Tajawal"/>
                <a:cs typeface="Tajawal"/>
              </a:rPr>
              <a:t>كيف يعالج سابق البيانات ويتخذ القرار؟</a:t>
            </a:r>
            <a:endParaRPr lang="ar-SA" sz="1200" dirty="0"/>
          </a:p>
        </p:txBody>
      </p:sp>
      <p:sp>
        <p:nvSpPr>
          <p:cNvPr id="271" name="Timeline 271"/>
          <p:cNvSpPr/>
          <p:nvPr/>
        </p:nvSpPr>
        <p:spPr>
          <a:xfrm>
            <a:off x="8496605" y="1463040"/>
            <a:ext cx="14630" cy="2706624"/>
          </a:xfrm>
          <a:prstGeom prst="rect">
            <a:avLst/>
          </a:prstGeom>
          <a:gradFill rotWithShape="1">
            <a:gsLst>
              <a:gs pos="0">
                <a:srgbClr val="8F82F5">
                  <a:alpha val="70000"/>
                </a:srgbClr>
              </a:gs>
              <a:gs pos="100000">
                <a:srgbClr val="FF4D6D">
                  <a:alpha val="70000"/>
                </a:srgbClr>
              </a:gs>
            </a:gsLst>
            <a:lin ang="540000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72" name="Badge 272"/>
          <p:cNvSpPr/>
          <p:nvPr/>
        </p:nvSpPr>
        <p:spPr>
          <a:xfrm>
            <a:off x="8321040" y="1280160"/>
            <a:ext cx="365760" cy="365760"/>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1</a:t>
            </a:r>
            <a:endParaRPr lang="ar-SA" sz="1200" dirty="0"/>
          </a:p>
        </p:txBody>
      </p:sp>
      <p:sp>
        <p:nvSpPr>
          <p:cNvPr id="273" name="Step title 273"/>
          <p:cNvSpPr txBox="1"/>
          <p:nvPr/>
        </p:nvSpPr>
        <p:spPr>
          <a:xfrm>
            <a:off x="3108960" y="1252728"/>
            <a:ext cx="5074920" cy="2926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00" b="1" dirty="0">
                <a:solidFill>
                  <a:srgbClr val="F5F5F8"/>
                </a:solidFill>
                <a:latin typeface="Tajawal"/>
                <a:ea typeface="Tajawal"/>
                <a:cs typeface="Tajawal"/>
              </a:rPr>
              <a:t>المحاكاة</a:t>
            </a:r>
            <a:r>
              <a:rPr lang="ar-SA" sz="1300" b="0" dirty="0">
                <a:solidFill>
                  <a:srgbClr val="F5F5F8"/>
                </a:solidFill>
                <a:latin typeface="Tajawal"/>
                <a:ea typeface="Tajawal"/>
                <a:cs typeface="Tajawal"/>
              </a:rPr>
              <a:t>   </a:t>
            </a:r>
            <a:r>
              <a:rPr lang="en-US" sz="1150" b="1" dirty="0">
                <a:solidFill>
                  <a:srgbClr val="8F82F5"/>
                </a:solidFill>
                <a:latin typeface="Tajawal"/>
                <a:ea typeface="Tajawal"/>
                <a:cs typeface="Tajawal"/>
              </a:rPr>
              <a:t>Gazebo</a:t>
            </a:r>
            <a:endParaRPr lang="ar-SA" sz="1200" dirty="0"/>
          </a:p>
        </p:txBody>
      </p:sp>
      <p:sp>
        <p:nvSpPr>
          <p:cNvPr id="274" name="Step text 274"/>
          <p:cNvSpPr txBox="1"/>
          <p:nvPr/>
        </p:nvSpPr>
        <p:spPr>
          <a:xfrm>
            <a:off x="3108960" y="1545336"/>
            <a:ext cx="5074920" cy="329184"/>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محاكاة مسارات إكسبو 2030 وحركة المشاة وكاميرا الدرون.</a:t>
            </a:r>
            <a:endParaRPr lang="ar-SA" sz="1200" dirty="0"/>
          </a:p>
        </p:txBody>
      </p:sp>
      <p:sp>
        <p:nvSpPr>
          <p:cNvPr id="275" name="Badge 275"/>
          <p:cNvSpPr/>
          <p:nvPr/>
        </p:nvSpPr>
        <p:spPr>
          <a:xfrm>
            <a:off x="8321040" y="1956816"/>
            <a:ext cx="365760" cy="365760"/>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2</a:t>
            </a:r>
            <a:endParaRPr lang="ar-SA" sz="1200" dirty="0"/>
          </a:p>
        </p:txBody>
      </p:sp>
      <p:sp>
        <p:nvSpPr>
          <p:cNvPr id="276" name="Step title 276"/>
          <p:cNvSpPr txBox="1"/>
          <p:nvPr/>
        </p:nvSpPr>
        <p:spPr>
          <a:xfrm>
            <a:off x="3108960" y="1929384"/>
            <a:ext cx="5074920" cy="2926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00" b="1" dirty="0">
                <a:solidFill>
                  <a:srgbClr val="F5F5F8"/>
                </a:solidFill>
                <a:latin typeface="Tajawal"/>
                <a:ea typeface="Tajawal"/>
                <a:cs typeface="Tajawal"/>
              </a:rPr>
              <a:t>نقل البيانات</a:t>
            </a:r>
            <a:r>
              <a:rPr lang="ar-SA" sz="1300" b="0" dirty="0">
                <a:solidFill>
                  <a:srgbClr val="F5F5F8"/>
                </a:solidFill>
                <a:latin typeface="Tajawal"/>
                <a:ea typeface="Tajawal"/>
                <a:cs typeface="Tajawal"/>
              </a:rPr>
              <a:t>   </a:t>
            </a:r>
            <a:r>
              <a:rPr lang="en-US" sz="1150" b="1" dirty="0">
                <a:solidFill>
                  <a:srgbClr val="8F82F5"/>
                </a:solidFill>
                <a:latin typeface="Tajawal"/>
                <a:ea typeface="Tajawal"/>
                <a:cs typeface="Tajawal"/>
              </a:rPr>
              <a:t>ROS 2</a:t>
            </a:r>
            <a:endParaRPr lang="ar-SA" sz="1200" dirty="0"/>
          </a:p>
        </p:txBody>
      </p:sp>
      <p:sp>
        <p:nvSpPr>
          <p:cNvPr id="277" name="Step text 277"/>
          <p:cNvSpPr txBox="1"/>
          <p:nvPr/>
        </p:nvSpPr>
        <p:spPr>
          <a:xfrm>
            <a:off x="3108960" y="2221992"/>
            <a:ext cx="5074920" cy="329184"/>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نقل صور الكاميرا إلى نظام الرؤية الحاسوبية.</a:t>
            </a:r>
            <a:endParaRPr lang="ar-SA" sz="1200" dirty="0"/>
          </a:p>
        </p:txBody>
      </p:sp>
      <p:sp>
        <p:nvSpPr>
          <p:cNvPr id="278" name="Badge 278"/>
          <p:cNvSpPr/>
          <p:nvPr/>
        </p:nvSpPr>
        <p:spPr>
          <a:xfrm>
            <a:off x="8321040" y="2633472"/>
            <a:ext cx="365760" cy="365760"/>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3</a:t>
            </a:r>
            <a:endParaRPr lang="ar-SA" sz="1200" dirty="0"/>
          </a:p>
        </p:txBody>
      </p:sp>
      <p:sp>
        <p:nvSpPr>
          <p:cNvPr id="279" name="Step title 279"/>
          <p:cNvSpPr txBox="1"/>
          <p:nvPr/>
        </p:nvSpPr>
        <p:spPr>
          <a:xfrm>
            <a:off x="3108960" y="2606040"/>
            <a:ext cx="5074920" cy="2926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00" b="1" dirty="0">
                <a:solidFill>
                  <a:srgbClr val="F5F5F8"/>
                </a:solidFill>
                <a:latin typeface="Tajawal"/>
                <a:ea typeface="Tajawal"/>
                <a:cs typeface="Tajawal"/>
              </a:rPr>
              <a:t>اكتشاف المشاة</a:t>
            </a:r>
            <a:r>
              <a:rPr lang="ar-SA" sz="1300" b="0" dirty="0">
                <a:solidFill>
                  <a:srgbClr val="F5F5F8"/>
                </a:solidFill>
                <a:latin typeface="Tajawal"/>
                <a:ea typeface="Tajawal"/>
                <a:cs typeface="Tajawal"/>
              </a:rPr>
              <a:t>   </a:t>
            </a:r>
            <a:r>
              <a:rPr lang="en-US" sz="1150" b="1" dirty="0">
                <a:solidFill>
                  <a:srgbClr val="8F82F5"/>
                </a:solidFill>
                <a:latin typeface="Tajawal"/>
                <a:ea typeface="Tajawal"/>
                <a:cs typeface="Tajawal"/>
              </a:rPr>
              <a:t>YOLO</a:t>
            </a:r>
            <a:endParaRPr lang="ar-SA" sz="1200" dirty="0"/>
          </a:p>
        </p:txBody>
      </p:sp>
      <p:sp>
        <p:nvSpPr>
          <p:cNvPr id="280" name="Step text 280"/>
          <p:cNvSpPr txBox="1"/>
          <p:nvPr/>
        </p:nvSpPr>
        <p:spPr>
          <a:xfrm>
            <a:off x="3108960" y="2898648"/>
            <a:ext cx="5074920" cy="329184"/>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تحليل الصور واكتشاف الأشخاص وحساب أعدادهم.</a:t>
            </a:r>
            <a:endParaRPr lang="ar-SA" sz="1200" dirty="0"/>
          </a:p>
        </p:txBody>
      </p:sp>
      <p:sp>
        <p:nvSpPr>
          <p:cNvPr id="281" name="Badge 281"/>
          <p:cNvSpPr/>
          <p:nvPr/>
        </p:nvSpPr>
        <p:spPr>
          <a:xfrm>
            <a:off x="8321040" y="3310128"/>
            <a:ext cx="365760" cy="365760"/>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4</a:t>
            </a:r>
            <a:endParaRPr lang="ar-SA" sz="1200" dirty="0"/>
          </a:p>
        </p:txBody>
      </p:sp>
      <p:sp>
        <p:nvSpPr>
          <p:cNvPr id="282" name="Step title 282"/>
          <p:cNvSpPr txBox="1"/>
          <p:nvPr/>
        </p:nvSpPr>
        <p:spPr>
          <a:xfrm>
            <a:off x="3108960" y="3282696"/>
            <a:ext cx="5074920" cy="2926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00" b="1" dirty="0">
                <a:solidFill>
                  <a:srgbClr val="F5F5F8"/>
                </a:solidFill>
                <a:latin typeface="Tajawal"/>
                <a:ea typeface="Tajawal"/>
                <a:cs typeface="Tajawal"/>
              </a:rPr>
              <a:t>اختيار المسار</a:t>
            </a:r>
            <a:r>
              <a:rPr lang="ar-SA" sz="1300" b="0" dirty="0">
                <a:solidFill>
                  <a:srgbClr val="F5F5F8"/>
                </a:solidFill>
                <a:latin typeface="Tajawal"/>
                <a:ea typeface="Tajawal"/>
                <a:cs typeface="Tajawal"/>
              </a:rPr>
              <a:t>   </a:t>
            </a:r>
            <a:r>
              <a:rPr lang="en-US" sz="1150" b="1" dirty="0">
                <a:solidFill>
                  <a:srgbClr val="8F82F5"/>
                </a:solidFill>
                <a:latin typeface="Tajawal"/>
                <a:ea typeface="Tajawal"/>
                <a:cs typeface="Tajawal"/>
              </a:rPr>
              <a:t>Route Selector</a:t>
            </a:r>
            <a:endParaRPr lang="ar-SA" sz="1200" dirty="0"/>
          </a:p>
        </p:txBody>
      </p:sp>
      <p:sp>
        <p:nvSpPr>
          <p:cNvPr id="283" name="Step text 283"/>
          <p:cNvSpPr txBox="1"/>
          <p:nvPr/>
        </p:nvSpPr>
        <p:spPr>
          <a:xfrm>
            <a:off x="3108960" y="3575304"/>
            <a:ext cx="5074920" cy="329184"/>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مقارنة المسارات حسب المسافة وكثافة المشاة لاختيار المسار الأسرع.</a:t>
            </a:r>
            <a:endParaRPr lang="ar-SA" sz="1200" dirty="0"/>
          </a:p>
        </p:txBody>
      </p:sp>
      <p:sp>
        <p:nvSpPr>
          <p:cNvPr id="284" name="Badge 284"/>
          <p:cNvSpPr/>
          <p:nvPr/>
        </p:nvSpPr>
        <p:spPr>
          <a:xfrm>
            <a:off x="8321040" y="3986784"/>
            <a:ext cx="365760" cy="365760"/>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5</a:t>
            </a:r>
            <a:endParaRPr lang="ar-SA" sz="1200" dirty="0"/>
          </a:p>
        </p:txBody>
      </p:sp>
      <p:sp>
        <p:nvSpPr>
          <p:cNvPr id="285" name="Step title 285"/>
          <p:cNvSpPr txBox="1"/>
          <p:nvPr/>
        </p:nvSpPr>
        <p:spPr>
          <a:xfrm>
            <a:off x="3108960" y="3959352"/>
            <a:ext cx="5074920" cy="29260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400" b="1" dirty="0">
                <a:solidFill>
                  <a:srgbClr val="F5F5F8"/>
                </a:solidFill>
                <a:latin typeface="Tajawal"/>
                <a:ea typeface="Tajawal"/>
                <a:cs typeface="Tajawal"/>
              </a:rPr>
              <a:t>تنفيذ المهمة</a:t>
            </a:r>
            <a:r>
              <a:rPr lang="ar-SA" sz="1300" b="0" dirty="0">
                <a:solidFill>
                  <a:srgbClr val="F5F5F8"/>
                </a:solidFill>
                <a:latin typeface="Tajawal"/>
                <a:ea typeface="Tajawal"/>
                <a:cs typeface="Tajawal"/>
              </a:rPr>
              <a:t>   </a:t>
            </a:r>
            <a:r>
              <a:rPr lang="en-US" sz="1150" b="1" dirty="0">
                <a:solidFill>
                  <a:srgbClr val="8F82F5"/>
                </a:solidFill>
                <a:latin typeface="Tajawal"/>
                <a:ea typeface="Tajawal"/>
                <a:cs typeface="Tajawal"/>
              </a:rPr>
              <a:t>PX4 / MAVSDK</a:t>
            </a:r>
            <a:endParaRPr lang="ar-SA" sz="1200" dirty="0"/>
          </a:p>
        </p:txBody>
      </p:sp>
      <p:sp>
        <p:nvSpPr>
          <p:cNvPr id="286" name="Step text 286"/>
          <p:cNvSpPr txBox="1"/>
          <p:nvPr/>
        </p:nvSpPr>
        <p:spPr>
          <a:xfrm>
            <a:off x="3108960" y="4251960"/>
            <a:ext cx="5074920" cy="329184"/>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توجيه الدرون إلى المسار المختار ومرافقة مركبة الطوارئ.</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700"/>
                                        <p:tgtEl>
                                          <p:spTgt spid="26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270"/>
                                        </p:tgtEl>
                                        <p:attrNameLst>
                                          <p:attrName>style.visibility</p:attrName>
                                        </p:attrNameLst>
                                      </p:cBhvr>
                                      <p:to>
                                        <p:strVal val="visible"/>
                                      </p:to>
                                    </p:set>
                                    <p:animEffect transition="in" filter="fade">
                                      <p:cBhvr>
                                        <p:cTn id="10" dur="600"/>
                                        <p:tgtEl>
                                          <p:spTgt spid="270"/>
                                        </p:tgtEl>
                                      </p:cBhvr>
                                    </p:animEffect>
                                    <p:anim calcmode="lin" valueType="num">
                                      <p:cBhvr>
                                        <p:cTn id="11" dur="600" fill="hold">
                                          <p:stCondLst>
                                            <p:cond delay="0"/>
                                          </p:stCondLst>
                                        </p:cTn>
                                        <p:tgtEl>
                                          <p:spTgt spid="270"/>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270"/>
                                        </p:tgtEl>
                                        <p:attrNameLst>
                                          <p:attrName>ppt_y</p:attrName>
                                        </p:attrNameLst>
                                      </p:cBhvr>
                                      <p:tavLst>
                                        <p:tav tm="0">
                                          <p:val>
                                            <p:strVal val="#ppt_y+0.04"/>
                                          </p:val>
                                        </p:tav>
                                        <p:tav tm="100000">
                                          <p:val>
                                            <p:strVal val="#ppt_y"/>
                                          </p:val>
                                        </p:tav>
                                      </p:tavLst>
                                    </p:anim>
                                  </p:childTnLst>
                                </p:cTn>
                              </p:par>
                              <p:par>
                                <p:cTn id="13" presetID="10" presetClass="entr" presetSubtype="0" fill="hold" grpId="0" nodeType="withEffect">
                                  <p:stCondLst>
                                    <p:cond delay="350"/>
                                  </p:stCondLst>
                                  <p:childTnLst>
                                    <p:set>
                                      <p:cBhvr>
                                        <p:cTn id="14" dur="1" fill="hold">
                                          <p:stCondLst>
                                            <p:cond delay="0"/>
                                          </p:stCondLst>
                                        </p:cTn>
                                        <p:tgtEl>
                                          <p:spTgt spid="268"/>
                                        </p:tgtEl>
                                        <p:attrNameLst>
                                          <p:attrName>style.visibility</p:attrName>
                                        </p:attrNameLst>
                                      </p:cBhvr>
                                      <p:to>
                                        <p:strVal val="visible"/>
                                      </p:to>
                                    </p:set>
                                    <p:animEffect transition="in" filter="fade">
                                      <p:cBhvr>
                                        <p:cTn id="15" dur="700"/>
                                        <p:tgtEl>
                                          <p:spTgt spid="268"/>
                                        </p:tgtEl>
                                      </p:cBhvr>
                                    </p:animEffect>
                                  </p:childTnLst>
                                </p:cTn>
                              </p:par>
                              <p:par>
                                <p:cTn id="16" presetID="42" presetClass="entr" presetSubtype="0" fill="hold" grpId="0" nodeType="withEffect">
                                  <p:stCondLst>
                                    <p:cond delay="460"/>
                                  </p:stCondLst>
                                  <p:childTnLst>
                                    <p:set>
                                      <p:cBhvr>
                                        <p:cTn id="17" dur="1" fill="hold">
                                          <p:stCondLst>
                                            <p:cond delay="0"/>
                                          </p:stCondLst>
                                        </p:cTn>
                                        <p:tgtEl>
                                          <p:spTgt spid="272"/>
                                        </p:tgtEl>
                                        <p:attrNameLst>
                                          <p:attrName>style.visibility</p:attrName>
                                        </p:attrNameLst>
                                      </p:cBhvr>
                                      <p:to>
                                        <p:strVal val="visible"/>
                                      </p:to>
                                    </p:set>
                                    <p:animEffect transition="in" filter="fade">
                                      <p:cBhvr>
                                        <p:cTn id="18" dur="600"/>
                                        <p:tgtEl>
                                          <p:spTgt spid="272"/>
                                        </p:tgtEl>
                                      </p:cBhvr>
                                    </p:animEffect>
                                    <p:anim calcmode="lin" valueType="num">
                                      <p:cBhvr>
                                        <p:cTn id="19" dur="600" fill="hold">
                                          <p:stCondLst>
                                            <p:cond delay="0"/>
                                          </p:stCondLst>
                                        </p:cTn>
                                        <p:tgtEl>
                                          <p:spTgt spid="272"/>
                                        </p:tgtEl>
                                        <p:attrNameLst>
                                          <p:attrName>ppt_x</p:attrName>
                                        </p:attrNameLst>
                                      </p:cBhvr>
                                      <p:tavLst>
                                        <p:tav tm="0">
                                          <p:val>
                                            <p:strVal val="#ppt_x"/>
                                          </p:val>
                                        </p:tav>
                                        <p:tav tm="100000">
                                          <p:val>
                                            <p:strVal val="#ppt_x"/>
                                          </p:val>
                                        </p:tav>
                                      </p:tavLst>
                                    </p:anim>
                                    <p:anim calcmode="lin" valueType="num">
                                      <p:cBhvr>
                                        <p:cTn id="20" dur="600" decel="100000" fill="hold">
                                          <p:stCondLst>
                                            <p:cond delay="0"/>
                                          </p:stCondLst>
                                        </p:cTn>
                                        <p:tgtEl>
                                          <p:spTgt spid="272"/>
                                        </p:tgtEl>
                                        <p:attrNameLst>
                                          <p:attrName>ppt_y</p:attrName>
                                        </p:attrNameLst>
                                      </p:cBhvr>
                                      <p:tavLst>
                                        <p:tav tm="0">
                                          <p:val>
                                            <p:strVal val="#ppt_y+0.04"/>
                                          </p:val>
                                        </p:tav>
                                        <p:tav tm="100000">
                                          <p:val>
                                            <p:strVal val="#ppt_y"/>
                                          </p:val>
                                        </p:tav>
                                      </p:tavLst>
                                    </p:anim>
                                  </p:childTnLst>
                                </p:cTn>
                              </p:par>
                              <p:par>
                                <p:cTn id="21" presetID="42" presetClass="entr" presetSubtype="0" fill="hold" grpId="0" nodeType="withEffect">
                                  <p:stCondLst>
                                    <p:cond delay="570"/>
                                  </p:stCondLst>
                                  <p:childTnLst>
                                    <p:set>
                                      <p:cBhvr>
                                        <p:cTn id="22" dur="1" fill="hold">
                                          <p:stCondLst>
                                            <p:cond delay="0"/>
                                          </p:stCondLst>
                                        </p:cTn>
                                        <p:tgtEl>
                                          <p:spTgt spid="273"/>
                                        </p:tgtEl>
                                        <p:attrNameLst>
                                          <p:attrName>style.visibility</p:attrName>
                                        </p:attrNameLst>
                                      </p:cBhvr>
                                      <p:to>
                                        <p:strVal val="visible"/>
                                      </p:to>
                                    </p:set>
                                    <p:animEffect transition="in" filter="fade">
                                      <p:cBhvr>
                                        <p:cTn id="23" dur="600"/>
                                        <p:tgtEl>
                                          <p:spTgt spid="273"/>
                                        </p:tgtEl>
                                      </p:cBhvr>
                                    </p:animEffect>
                                    <p:anim calcmode="lin" valueType="num">
                                      <p:cBhvr>
                                        <p:cTn id="24" dur="600" fill="hold">
                                          <p:stCondLst>
                                            <p:cond delay="0"/>
                                          </p:stCondLst>
                                        </p:cTn>
                                        <p:tgtEl>
                                          <p:spTgt spid="273"/>
                                        </p:tgtEl>
                                        <p:attrNameLst>
                                          <p:attrName>ppt_x</p:attrName>
                                        </p:attrNameLst>
                                      </p:cBhvr>
                                      <p:tavLst>
                                        <p:tav tm="0">
                                          <p:val>
                                            <p:strVal val="#ppt_x"/>
                                          </p:val>
                                        </p:tav>
                                        <p:tav tm="100000">
                                          <p:val>
                                            <p:strVal val="#ppt_x"/>
                                          </p:val>
                                        </p:tav>
                                      </p:tavLst>
                                    </p:anim>
                                    <p:anim calcmode="lin" valueType="num">
                                      <p:cBhvr>
                                        <p:cTn id="25" dur="600" decel="100000" fill="hold">
                                          <p:stCondLst>
                                            <p:cond delay="0"/>
                                          </p:stCondLst>
                                        </p:cTn>
                                        <p:tgtEl>
                                          <p:spTgt spid="273"/>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680"/>
                                  </p:stCondLst>
                                  <p:childTnLst>
                                    <p:set>
                                      <p:cBhvr>
                                        <p:cTn id="27" dur="1" fill="hold">
                                          <p:stCondLst>
                                            <p:cond delay="0"/>
                                          </p:stCondLst>
                                        </p:cTn>
                                        <p:tgtEl>
                                          <p:spTgt spid="271"/>
                                        </p:tgtEl>
                                        <p:attrNameLst>
                                          <p:attrName>style.visibility</p:attrName>
                                        </p:attrNameLst>
                                      </p:cBhvr>
                                      <p:to>
                                        <p:strVal val="visible"/>
                                      </p:to>
                                    </p:set>
                                    <p:animEffect transition="in" filter="fade">
                                      <p:cBhvr>
                                        <p:cTn id="28" dur="600"/>
                                        <p:tgtEl>
                                          <p:spTgt spid="271"/>
                                        </p:tgtEl>
                                      </p:cBhvr>
                                    </p:animEffect>
                                    <p:anim calcmode="lin" valueType="num">
                                      <p:cBhvr>
                                        <p:cTn id="29" dur="600" fill="hold">
                                          <p:stCondLst>
                                            <p:cond delay="0"/>
                                          </p:stCondLst>
                                        </p:cTn>
                                        <p:tgtEl>
                                          <p:spTgt spid="271"/>
                                        </p:tgtEl>
                                        <p:attrNameLst>
                                          <p:attrName>ppt_x</p:attrName>
                                        </p:attrNameLst>
                                      </p:cBhvr>
                                      <p:tavLst>
                                        <p:tav tm="0">
                                          <p:val>
                                            <p:strVal val="#ppt_x"/>
                                          </p:val>
                                        </p:tav>
                                        <p:tav tm="100000">
                                          <p:val>
                                            <p:strVal val="#ppt_x"/>
                                          </p:val>
                                        </p:tav>
                                      </p:tavLst>
                                    </p:anim>
                                    <p:anim calcmode="lin" valueType="num">
                                      <p:cBhvr>
                                        <p:cTn id="30" dur="600" decel="100000" fill="hold">
                                          <p:stCondLst>
                                            <p:cond delay="0"/>
                                          </p:stCondLst>
                                        </p:cTn>
                                        <p:tgtEl>
                                          <p:spTgt spid="271"/>
                                        </p:tgtEl>
                                        <p:attrNameLst>
                                          <p:attrName>ppt_y</p:attrName>
                                        </p:attrNameLst>
                                      </p:cBhvr>
                                      <p:tavLst>
                                        <p:tav tm="0">
                                          <p:val>
                                            <p:strVal val="#ppt_y+0.04"/>
                                          </p:val>
                                        </p:tav>
                                        <p:tav tm="100000">
                                          <p:val>
                                            <p:strVal val="#ppt_y"/>
                                          </p:val>
                                        </p:tav>
                                      </p:tavLst>
                                    </p:anim>
                                  </p:childTnLst>
                                </p:cTn>
                              </p:par>
                              <p:par>
                                <p:cTn id="31" presetID="42" presetClass="entr" presetSubtype="0" fill="hold" grpId="0" nodeType="withEffect">
                                  <p:stCondLst>
                                    <p:cond delay="790"/>
                                  </p:stCondLst>
                                  <p:childTnLst>
                                    <p:set>
                                      <p:cBhvr>
                                        <p:cTn id="32" dur="1" fill="hold">
                                          <p:stCondLst>
                                            <p:cond delay="0"/>
                                          </p:stCondLst>
                                        </p:cTn>
                                        <p:tgtEl>
                                          <p:spTgt spid="274"/>
                                        </p:tgtEl>
                                        <p:attrNameLst>
                                          <p:attrName>style.visibility</p:attrName>
                                        </p:attrNameLst>
                                      </p:cBhvr>
                                      <p:to>
                                        <p:strVal val="visible"/>
                                      </p:to>
                                    </p:set>
                                    <p:animEffect transition="in" filter="fade">
                                      <p:cBhvr>
                                        <p:cTn id="33" dur="600"/>
                                        <p:tgtEl>
                                          <p:spTgt spid="274"/>
                                        </p:tgtEl>
                                      </p:cBhvr>
                                    </p:animEffect>
                                    <p:anim calcmode="lin" valueType="num">
                                      <p:cBhvr>
                                        <p:cTn id="34" dur="600" fill="hold">
                                          <p:stCondLst>
                                            <p:cond delay="0"/>
                                          </p:stCondLst>
                                        </p:cTn>
                                        <p:tgtEl>
                                          <p:spTgt spid="274"/>
                                        </p:tgtEl>
                                        <p:attrNameLst>
                                          <p:attrName>ppt_x</p:attrName>
                                        </p:attrNameLst>
                                      </p:cBhvr>
                                      <p:tavLst>
                                        <p:tav tm="0">
                                          <p:val>
                                            <p:strVal val="#ppt_x"/>
                                          </p:val>
                                        </p:tav>
                                        <p:tav tm="100000">
                                          <p:val>
                                            <p:strVal val="#ppt_x"/>
                                          </p:val>
                                        </p:tav>
                                      </p:tavLst>
                                    </p:anim>
                                    <p:anim calcmode="lin" valueType="num">
                                      <p:cBhvr>
                                        <p:cTn id="35" dur="600" decel="100000" fill="hold">
                                          <p:stCondLst>
                                            <p:cond delay="0"/>
                                          </p:stCondLst>
                                        </p:cTn>
                                        <p:tgtEl>
                                          <p:spTgt spid="274"/>
                                        </p:tgtEl>
                                        <p:attrNameLst>
                                          <p:attrName>ppt_y</p:attrName>
                                        </p:attrNameLst>
                                      </p:cBhvr>
                                      <p:tavLst>
                                        <p:tav tm="0">
                                          <p:val>
                                            <p:strVal val="#ppt_y+0.04"/>
                                          </p:val>
                                        </p:tav>
                                        <p:tav tm="100000">
                                          <p:val>
                                            <p:strVal val="#ppt_y"/>
                                          </p:val>
                                        </p:tav>
                                      </p:tavLst>
                                    </p:anim>
                                  </p:childTnLst>
                                </p:cTn>
                              </p:par>
                              <p:par>
                                <p:cTn id="36" presetID="42" presetClass="entr" presetSubtype="0" fill="hold" grpId="0" nodeType="withEffect">
                                  <p:stCondLst>
                                    <p:cond delay="900"/>
                                  </p:stCondLst>
                                  <p:childTnLst>
                                    <p:set>
                                      <p:cBhvr>
                                        <p:cTn id="37" dur="1" fill="hold">
                                          <p:stCondLst>
                                            <p:cond delay="0"/>
                                          </p:stCondLst>
                                        </p:cTn>
                                        <p:tgtEl>
                                          <p:spTgt spid="276"/>
                                        </p:tgtEl>
                                        <p:attrNameLst>
                                          <p:attrName>style.visibility</p:attrName>
                                        </p:attrNameLst>
                                      </p:cBhvr>
                                      <p:to>
                                        <p:strVal val="visible"/>
                                      </p:to>
                                    </p:set>
                                    <p:animEffect transition="in" filter="fade">
                                      <p:cBhvr>
                                        <p:cTn id="38" dur="600"/>
                                        <p:tgtEl>
                                          <p:spTgt spid="276"/>
                                        </p:tgtEl>
                                      </p:cBhvr>
                                    </p:animEffect>
                                    <p:anim calcmode="lin" valueType="num">
                                      <p:cBhvr>
                                        <p:cTn id="39" dur="600" fill="hold">
                                          <p:stCondLst>
                                            <p:cond delay="0"/>
                                          </p:stCondLst>
                                        </p:cTn>
                                        <p:tgtEl>
                                          <p:spTgt spid="276"/>
                                        </p:tgtEl>
                                        <p:attrNameLst>
                                          <p:attrName>ppt_x</p:attrName>
                                        </p:attrNameLst>
                                      </p:cBhvr>
                                      <p:tavLst>
                                        <p:tav tm="0">
                                          <p:val>
                                            <p:strVal val="#ppt_x"/>
                                          </p:val>
                                        </p:tav>
                                        <p:tav tm="100000">
                                          <p:val>
                                            <p:strVal val="#ppt_x"/>
                                          </p:val>
                                        </p:tav>
                                      </p:tavLst>
                                    </p:anim>
                                    <p:anim calcmode="lin" valueType="num">
                                      <p:cBhvr>
                                        <p:cTn id="40" dur="600" decel="100000" fill="hold">
                                          <p:stCondLst>
                                            <p:cond delay="0"/>
                                          </p:stCondLst>
                                        </p:cTn>
                                        <p:tgtEl>
                                          <p:spTgt spid="276"/>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1010"/>
                                  </p:stCondLst>
                                  <p:childTnLst>
                                    <p:set>
                                      <p:cBhvr>
                                        <p:cTn id="42" dur="1" fill="hold">
                                          <p:stCondLst>
                                            <p:cond delay="0"/>
                                          </p:stCondLst>
                                        </p:cTn>
                                        <p:tgtEl>
                                          <p:spTgt spid="275"/>
                                        </p:tgtEl>
                                        <p:attrNameLst>
                                          <p:attrName>style.visibility</p:attrName>
                                        </p:attrNameLst>
                                      </p:cBhvr>
                                      <p:to>
                                        <p:strVal val="visible"/>
                                      </p:to>
                                    </p:set>
                                    <p:animEffect transition="in" filter="fade">
                                      <p:cBhvr>
                                        <p:cTn id="43" dur="600"/>
                                        <p:tgtEl>
                                          <p:spTgt spid="275"/>
                                        </p:tgtEl>
                                      </p:cBhvr>
                                    </p:animEffect>
                                    <p:anim calcmode="lin" valueType="num">
                                      <p:cBhvr>
                                        <p:cTn id="44" dur="600" fill="hold">
                                          <p:stCondLst>
                                            <p:cond delay="0"/>
                                          </p:stCondLst>
                                        </p:cTn>
                                        <p:tgtEl>
                                          <p:spTgt spid="275"/>
                                        </p:tgtEl>
                                        <p:attrNameLst>
                                          <p:attrName>ppt_x</p:attrName>
                                        </p:attrNameLst>
                                      </p:cBhvr>
                                      <p:tavLst>
                                        <p:tav tm="0">
                                          <p:val>
                                            <p:strVal val="#ppt_x"/>
                                          </p:val>
                                        </p:tav>
                                        <p:tav tm="100000">
                                          <p:val>
                                            <p:strVal val="#ppt_x"/>
                                          </p:val>
                                        </p:tav>
                                      </p:tavLst>
                                    </p:anim>
                                    <p:anim calcmode="lin" valueType="num">
                                      <p:cBhvr>
                                        <p:cTn id="45" dur="600" decel="100000" fill="hold">
                                          <p:stCondLst>
                                            <p:cond delay="0"/>
                                          </p:stCondLst>
                                        </p:cTn>
                                        <p:tgtEl>
                                          <p:spTgt spid="275"/>
                                        </p:tgtEl>
                                        <p:attrNameLst>
                                          <p:attrName>ppt_y</p:attrName>
                                        </p:attrNameLst>
                                      </p:cBhvr>
                                      <p:tavLst>
                                        <p:tav tm="0">
                                          <p:val>
                                            <p:strVal val="#ppt_y+0.04"/>
                                          </p:val>
                                        </p:tav>
                                        <p:tav tm="100000">
                                          <p:val>
                                            <p:strVal val="#ppt_y"/>
                                          </p:val>
                                        </p:tav>
                                      </p:tavLst>
                                    </p:anim>
                                  </p:childTnLst>
                                </p:cTn>
                              </p:par>
                              <p:par>
                                <p:cTn id="46" presetID="42" presetClass="entr" presetSubtype="0" fill="hold" grpId="0" nodeType="withEffect">
                                  <p:stCondLst>
                                    <p:cond delay="1120"/>
                                  </p:stCondLst>
                                  <p:childTnLst>
                                    <p:set>
                                      <p:cBhvr>
                                        <p:cTn id="47" dur="1" fill="hold">
                                          <p:stCondLst>
                                            <p:cond delay="0"/>
                                          </p:stCondLst>
                                        </p:cTn>
                                        <p:tgtEl>
                                          <p:spTgt spid="277"/>
                                        </p:tgtEl>
                                        <p:attrNameLst>
                                          <p:attrName>style.visibility</p:attrName>
                                        </p:attrNameLst>
                                      </p:cBhvr>
                                      <p:to>
                                        <p:strVal val="visible"/>
                                      </p:to>
                                    </p:set>
                                    <p:animEffect transition="in" filter="fade">
                                      <p:cBhvr>
                                        <p:cTn id="48" dur="600"/>
                                        <p:tgtEl>
                                          <p:spTgt spid="277"/>
                                        </p:tgtEl>
                                      </p:cBhvr>
                                    </p:animEffect>
                                    <p:anim calcmode="lin" valueType="num">
                                      <p:cBhvr>
                                        <p:cTn id="49" dur="600" fill="hold">
                                          <p:stCondLst>
                                            <p:cond delay="0"/>
                                          </p:stCondLst>
                                        </p:cTn>
                                        <p:tgtEl>
                                          <p:spTgt spid="277"/>
                                        </p:tgtEl>
                                        <p:attrNameLst>
                                          <p:attrName>ppt_x</p:attrName>
                                        </p:attrNameLst>
                                      </p:cBhvr>
                                      <p:tavLst>
                                        <p:tav tm="0">
                                          <p:val>
                                            <p:strVal val="#ppt_x"/>
                                          </p:val>
                                        </p:tav>
                                        <p:tav tm="100000">
                                          <p:val>
                                            <p:strVal val="#ppt_x"/>
                                          </p:val>
                                        </p:tav>
                                      </p:tavLst>
                                    </p:anim>
                                    <p:anim calcmode="lin" valueType="num">
                                      <p:cBhvr>
                                        <p:cTn id="50" dur="600" decel="100000" fill="hold">
                                          <p:stCondLst>
                                            <p:cond delay="0"/>
                                          </p:stCondLst>
                                        </p:cTn>
                                        <p:tgtEl>
                                          <p:spTgt spid="277"/>
                                        </p:tgtEl>
                                        <p:attrNameLst>
                                          <p:attrName>ppt_y</p:attrName>
                                        </p:attrNameLst>
                                      </p:cBhvr>
                                      <p:tavLst>
                                        <p:tav tm="0">
                                          <p:val>
                                            <p:strVal val="#ppt_y+0.04"/>
                                          </p:val>
                                        </p:tav>
                                        <p:tav tm="100000">
                                          <p:val>
                                            <p:strVal val="#ppt_y"/>
                                          </p:val>
                                        </p:tav>
                                      </p:tavLst>
                                    </p:anim>
                                  </p:childTnLst>
                                </p:cTn>
                              </p:par>
                              <p:par>
                                <p:cTn id="51" presetID="42" presetClass="entr" presetSubtype="0" fill="hold" grpId="0" nodeType="withEffect">
                                  <p:stCondLst>
                                    <p:cond delay="1230"/>
                                  </p:stCondLst>
                                  <p:childTnLst>
                                    <p:set>
                                      <p:cBhvr>
                                        <p:cTn id="52" dur="1" fill="hold">
                                          <p:stCondLst>
                                            <p:cond delay="0"/>
                                          </p:stCondLst>
                                        </p:cTn>
                                        <p:tgtEl>
                                          <p:spTgt spid="278"/>
                                        </p:tgtEl>
                                        <p:attrNameLst>
                                          <p:attrName>style.visibility</p:attrName>
                                        </p:attrNameLst>
                                      </p:cBhvr>
                                      <p:to>
                                        <p:strVal val="visible"/>
                                      </p:to>
                                    </p:set>
                                    <p:animEffect transition="in" filter="fade">
                                      <p:cBhvr>
                                        <p:cTn id="53" dur="600"/>
                                        <p:tgtEl>
                                          <p:spTgt spid="278"/>
                                        </p:tgtEl>
                                      </p:cBhvr>
                                    </p:animEffect>
                                    <p:anim calcmode="lin" valueType="num">
                                      <p:cBhvr>
                                        <p:cTn id="54" dur="600" fill="hold">
                                          <p:stCondLst>
                                            <p:cond delay="0"/>
                                          </p:stCondLst>
                                        </p:cTn>
                                        <p:tgtEl>
                                          <p:spTgt spid="278"/>
                                        </p:tgtEl>
                                        <p:attrNameLst>
                                          <p:attrName>ppt_x</p:attrName>
                                        </p:attrNameLst>
                                      </p:cBhvr>
                                      <p:tavLst>
                                        <p:tav tm="0">
                                          <p:val>
                                            <p:strVal val="#ppt_x"/>
                                          </p:val>
                                        </p:tav>
                                        <p:tav tm="100000">
                                          <p:val>
                                            <p:strVal val="#ppt_x"/>
                                          </p:val>
                                        </p:tav>
                                      </p:tavLst>
                                    </p:anim>
                                    <p:anim calcmode="lin" valueType="num">
                                      <p:cBhvr>
                                        <p:cTn id="55" dur="600" decel="100000" fill="hold">
                                          <p:stCondLst>
                                            <p:cond delay="0"/>
                                          </p:stCondLst>
                                        </p:cTn>
                                        <p:tgtEl>
                                          <p:spTgt spid="278"/>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1340"/>
                                  </p:stCondLst>
                                  <p:childTnLst>
                                    <p:set>
                                      <p:cBhvr>
                                        <p:cTn id="57" dur="1" fill="hold">
                                          <p:stCondLst>
                                            <p:cond delay="0"/>
                                          </p:stCondLst>
                                        </p:cTn>
                                        <p:tgtEl>
                                          <p:spTgt spid="279"/>
                                        </p:tgtEl>
                                        <p:attrNameLst>
                                          <p:attrName>style.visibility</p:attrName>
                                        </p:attrNameLst>
                                      </p:cBhvr>
                                      <p:to>
                                        <p:strVal val="visible"/>
                                      </p:to>
                                    </p:set>
                                    <p:animEffect transition="in" filter="fade">
                                      <p:cBhvr>
                                        <p:cTn id="58" dur="600"/>
                                        <p:tgtEl>
                                          <p:spTgt spid="279"/>
                                        </p:tgtEl>
                                      </p:cBhvr>
                                    </p:animEffect>
                                    <p:anim calcmode="lin" valueType="num">
                                      <p:cBhvr>
                                        <p:cTn id="59" dur="600" fill="hold">
                                          <p:stCondLst>
                                            <p:cond delay="0"/>
                                          </p:stCondLst>
                                        </p:cTn>
                                        <p:tgtEl>
                                          <p:spTgt spid="279"/>
                                        </p:tgtEl>
                                        <p:attrNameLst>
                                          <p:attrName>ppt_x</p:attrName>
                                        </p:attrNameLst>
                                      </p:cBhvr>
                                      <p:tavLst>
                                        <p:tav tm="0">
                                          <p:val>
                                            <p:strVal val="#ppt_x"/>
                                          </p:val>
                                        </p:tav>
                                        <p:tav tm="100000">
                                          <p:val>
                                            <p:strVal val="#ppt_x"/>
                                          </p:val>
                                        </p:tav>
                                      </p:tavLst>
                                    </p:anim>
                                    <p:anim calcmode="lin" valueType="num">
                                      <p:cBhvr>
                                        <p:cTn id="60" dur="600" decel="100000" fill="hold">
                                          <p:stCondLst>
                                            <p:cond delay="0"/>
                                          </p:stCondLst>
                                        </p:cTn>
                                        <p:tgtEl>
                                          <p:spTgt spid="279"/>
                                        </p:tgtEl>
                                        <p:attrNameLst>
                                          <p:attrName>ppt_y</p:attrName>
                                        </p:attrNameLst>
                                      </p:cBhvr>
                                      <p:tavLst>
                                        <p:tav tm="0">
                                          <p:val>
                                            <p:strVal val="#ppt_y+0.04"/>
                                          </p:val>
                                        </p:tav>
                                        <p:tav tm="100000">
                                          <p:val>
                                            <p:strVal val="#ppt_y"/>
                                          </p:val>
                                        </p:tav>
                                      </p:tavLst>
                                    </p:anim>
                                  </p:childTnLst>
                                </p:cTn>
                              </p:par>
                              <p:par>
                                <p:cTn id="61" presetID="42" presetClass="entr" presetSubtype="0" fill="hold" grpId="0" nodeType="withEffect">
                                  <p:stCondLst>
                                    <p:cond delay="1450"/>
                                  </p:stCondLst>
                                  <p:childTnLst>
                                    <p:set>
                                      <p:cBhvr>
                                        <p:cTn id="62" dur="1" fill="hold">
                                          <p:stCondLst>
                                            <p:cond delay="0"/>
                                          </p:stCondLst>
                                        </p:cTn>
                                        <p:tgtEl>
                                          <p:spTgt spid="280"/>
                                        </p:tgtEl>
                                        <p:attrNameLst>
                                          <p:attrName>style.visibility</p:attrName>
                                        </p:attrNameLst>
                                      </p:cBhvr>
                                      <p:to>
                                        <p:strVal val="visible"/>
                                      </p:to>
                                    </p:set>
                                    <p:animEffect transition="in" filter="fade">
                                      <p:cBhvr>
                                        <p:cTn id="63" dur="600"/>
                                        <p:tgtEl>
                                          <p:spTgt spid="280"/>
                                        </p:tgtEl>
                                      </p:cBhvr>
                                    </p:animEffect>
                                    <p:anim calcmode="lin" valueType="num">
                                      <p:cBhvr>
                                        <p:cTn id="64" dur="600" fill="hold">
                                          <p:stCondLst>
                                            <p:cond delay="0"/>
                                          </p:stCondLst>
                                        </p:cTn>
                                        <p:tgtEl>
                                          <p:spTgt spid="280"/>
                                        </p:tgtEl>
                                        <p:attrNameLst>
                                          <p:attrName>ppt_x</p:attrName>
                                        </p:attrNameLst>
                                      </p:cBhvr>
                                      <p:tavLst>
                                        <p:tav tm="0">
                                          <p:val>
                                            <p:strVal val="#ppt_x"/>
                                          </p:val>
                                        </p:tav>
                                        <p:tav tm="100000">
                                          <p:val>
                                            <p:strVal val="#ppt_x"/>
                                          </p:val>
                                        </p:tav>
                                      </p:tavLst>
                                    </p:anim>
                                    <p:anim calcmode="lin" valueType="num">
                                      <p:cBhvr>
                                        <p:cTn id="65" dur="600" decel="100000" fill="hold">
                                          <p:stCondLst>
                                            <p:cond delay="0"/>
                                          </p:stCondLst>
                                        </p:cTn>
                                        <p:tgtEl>
                                          <p:spTgt spid="280"/>
                                        </p:tgtEl>
                                        <p:attrNameLst>
                                          <p:attrName>ppt_y</p:attrName>
                                        </p:attrNameLst>
                                      </p:cBhvr>
                                      <p:tavLst>
                                        <p:tav tm="0">
                                          <p:val>
                                            <p:strVal val="#ppt_y+0.04"/>
                                          </p:val>
                                        </p:tav>
                                        <p:tav tm="100000">
                                          <p:val>
                                            <p:strVal val="#ppt_y"/>
                                          </p:val>
                                        </p:tav>
                                      </p:tavLst>
                                    </p:anim>
                                  </p:childTnLst>
                                </p:cTn>
                              </p:par>
                              <p:par>
                                <p:cTn id="66" presetID="42" presetClass="entr" presetSubtype="0" fill="hold" grpId="0" nodeType="withEffect">
                                  <p:stCondLst>
                                    <p:cond delay="1560"/>
                                  </p:stCondLst>
                                  <p:childTnLst>
                                    <p:set>
                                      <p:cBhvr>
                                        <p:cTn id="67" dur="1" fill="hold">
                                          <p:stCondLst>
                                            <p:cond delay="0"/>
                                          </p:stCondLst>
                                        </p:cTn>
                                        <p:tgtEl>
                                          <p:spTgt spid="281"/>
                                        </p:tgtEl>
                                        <p:attrNameLst>
                                          <p:attrName>style.visibility</p:attrName>
                                        </p:attrNameLst>
                                      </p:cBhvr>
                                      <p:to>
                                        <p:strVal val="visible"/>
                                      </p:to>
                                    </p:set>
                                    <p:animEffect transition="in" filter="fade">
                                      <p:cBhvr>
                                        <p:cTn id="68" dur="600"/>
                                        <p:tgtEl>
                                          <p:spTgt spid="281"/>
                                        </p:tgtEl>
                                      </p:cBhvr>
                                    </p:animEffect>
                                    <p:anim calcmode="lin" valueType="num">
                                      <p:cBhvr>
                                        <p:cTn id="69" dur="600" fill="hold">
                                          <p:stCondLst>
                                            <p:cond delay="0"/>
                                          </p:stCondLst>
                                        </p:cTn>
                                        <p:tgtEl>
                                          <p:spTgt spid="281"/>
                                        </p:tgtEl>
                                        <p:attrNameLst>
                                          <p:attrName>ppt_x</p:attrName>
                                        </p:attrNameLst>
                                      </p:cBhvr>
                                      <p:tavLst>
                                        <p:tav tm="0">
                                          <p:val>
                                            <p:strVal val="#ppt_x"/>
                                          </p:val>
                                        </p:tav>
                                        <p:tav tm="100000">
                                          <p:val>
                                            <p:strVal val="#ppt_x"/>
                                          </p:val>
                                        </p:tav>
                                      </p:tavLst>
                                    </p:anim>
                                    <p:anim calcmode="lin" valueType="num">
                                      <p:cBhvr>
                                        <p:cTn id="70" dur="600" decel="100000" fill="hold">
                                          <p:stCondLst>
                                            <p:cond delay="0"/>
                                          </p:stCondLst>
                                        </p:cTn>
                                        <p:tgtEl>
                                          <p:spTgt spid="281"/>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1670"/>
                                  </p:stCondLst>
                                  <p:childTnLst>
                                    <p:set>
                                      <p:cBhvr>
                                        <p:cTn id="72" dur="1" fill="hold">
                                          <p:stCondLst>
                                            <p:cond delay="0"/>
                                          </p:stCondLst>
                                        </p:cTn>
                                        <p:tgtEl>
                                          <p:spTgt spid="282"/>
                                        </p:tgtEl>
                                        <p:attrNameLst>
                                          <p:attrName>style.visibility</p:attrName>
                                        </p:attrNameLst>
                                      </p:cBhvr>
                                      <p:to>
                                        <p:strVal val="visible"/>
                                      </p:to>
                                    </p:set>
                                    <p:animEffect transition="in" filter="fade">
                                      <p:cBhvr>
                                        <p:cTn id="73" dur="600"/>
                                        <p:tgtEl>
                                          <p:spTgt spid="282"/>
                                        </p:tgtEl>
                                      </p:cBhvr>
                                    </p:animEffect>
                                    <p:anim calcmode="lin" valueType="num">
                                      <p:cBhvr>
                                        <p:cTn id="74" dur="600" fill="hold">
                                          <p:stCondLst>
                                            <p:cond delay="0"/>
                                          </p:stCondLst>
                                        </p:cTn>
                                        <p:tgtEl>
                                          <p:spTgt spid="282"/>
                                        </p:tgtEl>
                                        <p:attrNameLst>
                                          <p:attrName>ppt_x</p:attrName>
                                        </p:attrNameLst>
                                      </p:cBhvr>
                                      <p:tavLst>
                                        <p:tav tm="0">
                                          <p:val>
                                            <p:strVal val="#ppt_x"/>
                                          </p:val>
                                        </p:tav>
                                        <p:tav tm="100000">
                                          <p:val>
                                            <p:strVal val="#ppt_x"/>
                                          </p:val>
                                        </p:tav>
                                      </p:tavLst>
                                    </p:anim>
                                    <p:anim calcmode="lin" valueType="num">
                                      <p:cBhvr>
                                        <p:cTn id="75" dur="600" decel="100000" fill="hold">
                                          <p:stCondLst>
                                            <p:cond delay="0"/>
                                          </p:stCondLst>
                                        </p:cTn>
                                        <p:tgtEl>
                                          <p:spTgt spid="282"/>
                                        </p:tgtEl>
                                        <p:attrNameLst>
                                          <p:attrName>ppt_y</p:attrName>
                                        </p:attrNameLst>
                                      </p:cBhvr>
                                      <p:tavLst>
                                        <p:tav tm="0">
                                          <p:val>
                                            <p:strVal val="#ppt_y+0.04"/>
                                          </p:val>
                                        </p:tav>
                                        <p:tav tm="100000">
                                          <p:val>
                                            <p:strVal val="#ppt_y"/>
                                          </p:val>
                                        </p:tav>
                                      </p:tavLst>
                                    </p:anim>
                                  </p:childTnLst>
                                </p:cTn>
                              </p:par>
                              <p:par>
                                <p:cTn id="76" presetID="42" presetClass="entr" presetSubtype="0" fill="hold" grpId="0" nodeType="withEffect">
                                  <p:stCondLst>
                                    <p:cond delay="1780"/>
                                  </p:stCondLst>
                                  <p:childTnLst>
                                    <p:set>
                                      <p:cBhvr>
                                        <p:cTn id="77" dur="1" fill="hold">
                                          <p:stCondLst>
                                            <p:cond delay="0"/>
                                          </p:stCondLst>
                                        </p:cTn>
                                        <p:tgtEl>
                                          <p:spTgt spid="283"/>
                                        </p:tgtEl>
                                        <p:attrNameLst>
                                          <p:attrName>style.visibility</p:attrName>
                                        </p:attrNameLst>
                                      </p:cBhvr>
                                      <p:to>
                                        <p:strVal val="visible"/>
                                      </p:to>
                                    </p:set>
                                    <p:animEffect transition="in" filter="fade">
                                      <p:cBhvr>
                                        <p:cTn id="78" dur="600"/>
                                        <p:tgtEl>
                                          <p:spTgt spid="283"/>
                                        </p:tgtEl>
                                      </p:cBhvr>
                                    </p:animEffect>
                                    <p:anim calcmode="lin" valueType="num">
                                      <p:cBhvr>
                                        <p:cTn id="79" dur="600" fill="hold">
                                          <p:stCondLst>
                                            <p:cond delay="0"/>
                                          </p:stCondLst>
                                        </p:cTn>
                                        <p:tgtEl>
                                          <p:spTgt spid="283"/>
                                        </p:tgtEl>
                                        <p:attrNameLst>
                                          <p:attrName>ppt_x</p:attrName>
                                        </p:attrNameLst>
                                      </p:cBhvr>
                                      <p:tavLst>
                                        <p:tav tm="0">
                                          <p:val>
                                            <p:strVal val="#ppt_x"/>
                                          </p:val>
                                        </p:tav>
                                        <p:tav tm="100000">
                                          <p:val>
                                            <p:strVal val="#ppt_x"/>
                                          </p:val>
                                        </p:tav>
                                      </p:tavLst>
                                    </p:anim>
                                    <p:anim calcmode="lin" valueType="num">
                                      <p:cBhvr>
                                        <p:cTn id="80" dur="600" decel="100000" fill="hold">
                                          <p:stCondLst>
                                            <p:cond delay="0"/>
                                          </p:stCondLst>
                                        </p:cTn>
                                        <p:tgtEl>
                                          <p:spTgt spid="283"/>
                                        </p:tgtEl>
                                        <p:attrNameLst>
                                          <p:attrName>ppt_y</p:attrName>
                                        </p:attrNameLst>
                                      </p:cBhvr>
                                      <p:tavLst>
                                        <p:tav tm="0">
                                          <p:val>
                                            <p:strVal val="#ppt_y+0.04"/>
                                          </p:val>
                                        </p:tav>
                                        <p:tav tm="100000">
                                          <p:val>
                                            <p:strVal val="#ppt_y"/>
                                          </p:val>
                                        </p:tav>
                                      </p:tavLst>
                                    </p:anim>
                                  </p:childTnLst>
                                </p:cTn>
                              </p:par>
                              <p:par>
                                <p:cTn id="81" presetID="42" presetClass="entr" presetSubtype="0" fill="hold" grpId="0" nodeType="withEffect">
                                  <p:stCondLst>
                                    <p:cond delay="1890"/>
                                  </p:stCondLst>
                                  <p:childTnLst>
                                    <p:set>
                                      <p:cBhvr>
                                        <p:cTn id="82" dur="1" fill="hold">
                                          <p:stCondLst>
                                            <p:cond delay="0"/>
                                          </p:stCondLst>
                                        </p:cTn>
                                        <p:tgtEl>
                                          <p:spTgt spid="284"/>
                                        </p:tgtEl>
                                        <p:attrNameLst>
                                          <p:attrName>style.visibility</p:attrName>
                                        </p:attrNameLst>
                                      </p:cBhvr>
                                      <p:to>
                                        <p:strVal val="visible"/>
                                      </p:to>
                                    </p:set>
                                    <p:animEffect transition="in" filter="fade">
                                      <p:cBhvr>
                                        <p:cTn id="83" dur="600"/>
                                        <p:tgtEl>
                                          <p:spTgt spid="284"/>
                                        </p:tgtEl>
                                      </p:cBhvr>
                                    </p:animEffect>
                                    <p:anim calcmode="lin" valueType="num">
                                      <p:cBhvr>
                                        <p:cTn id="84" dur="600" fill="hold">
                                          <p:stCondLst>
                                            <p:cond delay="0"/>
                                          </p:stCondLst>
                                        </p:cTn>
                                        <p:tgtEl>
                                          <p:spTgt spid="284"/>
                                        </p:tgtEl>
                                        <p:attrNameLst>
                                          <p:attrName>ppt_x</p:attrName>
                                        </p:attrNameLst>
                                      </p:cBhvr>
                                      <p:tavLst>
                                        <p:tav tm="0">
                                          <p:val>
                                            <p:strVal val="#ppt_x"/>
                                          </p:val>
                                        </p:tav>
                                        <p:tav tm="100000">
                                          <p:val>
                                            <p:strVal val="#ppt_x"/>
                                          </p:val>
                                        </p:tav>
                                      </p:tavLst>
                                    </p:anim>
                                    <p:anim calcmode="lin" valueType="num">
                                      <p:cBhvr>
                                        <p:cTn id="85" dur="600" decel="100000" fill="hold">
                                          <p:stCondLst>
                                            <p:cond delay="0"/>
                                          </p:stCondLst>
                                        </p:cTn>
                                        <p:tgtEl>
                                          <p:spTgt spid="284"/>
                                        </p:tgtEl>
                                        <p:attrNameLst>
                                          <p:attrName>ppt_y</p:attrName>
                                        </p:attrNameLst>
                                      </p:cBhvr>
                                      <p:tavLst>
                                        <p:tav tm="0">
                                          <p:val>
                                            <p:strVal val="#ppt_y+0.04"/>
                                          </p:val>
                                        </p:tav>
                                        <p:tav tm="100000">
                                          <p:val>
                                            <p:strVal val="#ppt_y"/>
                                          </p:val>
                                        </p:tav>
                                      </p:tavLst>
                                    </p:anim>
                                  </p:childTnLst>
                                </p:cTn>
                              </p:par>
                              <p:par>
                                <p:cTn id="86" presetID="42" presetClass="entr" presetSubtype="0" fill="hold" grpId="0" nodeType="withEffect">
                                  <p:stCondLst>
                                    <p:cond delay="2000"/>
                                  </p:stCondLst>
                                  <p:childTnLst>
                                    <p:set>
                                      <p:cBhvr>
                                        <p:cTn id="87" dur="1" fill="hold">
                                          <p:stCondLst>
                                            <p:cond delay="0"/>
                                          </p:stCondLst>
                                        </p:cTn>
                                        <p:tgtEl>
                                          <p:spTgt spid="285"/>
                                        </p:tgtEl>
                                        <p:attrNameLst>
                                          <p:attrName>style.visibility</p:attrName>
                                        </p:attrNameLst>
                                      </p:cBhvr>
                                      <p:to>
                                        <p:strVal val="visible"/>
                                      </p:to>
                                    </p:set>
                                    <p:animEffect transition="in" filter="fade">
                                      <p:cBhvr>
                                        <p:cTn id="88" dur="600"/>
                                        <p:tgtEl>
                                          <p:spTgt spid="285"/>
                                        </p:tgtEl>
                                      </p:cBhvr>
                                    </p:animEffect>
                                    <p:anim calcmode="lin" valueType="num">
                                      <p:cBhvr>
                                        <p:cTn id="89" dur="600" fill="hold">
                                          <p:stCondLst>
                                            <p:cond delay="0"/>
                                          </p:stCondLst>
                                        </p:cTn>
                                        <p:tgtEl>
                                          <p:spTgt spid="285"/>
                                        </p:tgtEl>
                                        <p:attrNameLst>
                                          <p:attrName>ppt_x</p:attrName>
                                        </p:attrNameLst>
                                      </p:cBhvr>
                                      <p:tavLst>
                                        <p:tav tm="0">
                                          <p:val>
                                            <p:strVal val="#ppt_x"/>
                                          </p:val>
                                        </p:tav>
                                        <p:tav tm="100000">
                                          <p:val>
                                            <p:strVal val="#ppt_x"/>
                                          </p:val>
                                        </p:tav>
                                      </p:tavLst>
                                    </p:anim>
                                    <p:anim calcmode="lin" valueType="num">
                                      <p:cBhvr>
                                        <p:cTn id="90" dur="600" decel="100000" fill="hold">
                                          <p:stCondLst>
                                            <p:cond delay="0"/>
                                          </p:stCondLst>
                                        </p:cTn>
                                        <p:tgtEl>
                                          <p:spTgt spid="285"/>
                                        </p:tgtEl>
                                        <p:attrNameLst>
                                          <p:attrName>ppt_y</p:attrName>
                                        </p:attrNameLst>
                                      </p:cBhvr>
                                      <p:tavLst>
                                        <p:tav tm="0">
                                          <p:val>
                                            <p:strVal val="#ppt_y+0.04"/>
                                          </p:val>
                                        </p:tav>
                                        <p:tav tm="100000">
                                          <p:val>
                                            <p:strVal val="#ppt_y"/>
                                          </p:val>
                                        </p:tav>
                                      </p:tavLst>
                                    </p:anim>
                                  </p:childTnLst>
                                </p:cTn>
                              </p:par>
                              <p:par>
                                <p:cTn id="91" presetID="42" presetClass="entr" presetSubtype="0" fill="hold" grpId="0" nodeType="withEffect">
                                  <p:stCondLst>
                                    <p:cond delay="2110"/>
                                  </p:stCondLst>
                                  <p:childTnLst>
                                    <p:set>
                                      <p:cBhvr>
                                        <p:cTn id="92" dur="1" fill="hold">
                                          <p:stCondLst>
                                            <p:cond delay="0"/>
                                          </p:stCondLst>
                                        </p:cTn>
                                        <p:tgtEl>
                                          <p:spTgt spid="286"/>
                                        </p:tgtEl>
                                        <p:attrNameLst>
                                          <p:attrName>style.visibility</p:attrName>
                                        </p:attrNameLst>
                                      </p:cBhvr>
                                      <p:to>
                                        <p:strVal val="visible"/>
                                      </p:to>
                                    </p:set>
                                    <p:animEffect transition="in" filter="fade">
                                      <p:cBhvr>
                                        <p:cTn id="93" dur="600"/>
                                        <p:tgtEl>
                                          <p:spTgt spid="286"/>
                                        </p:tgtEl>
                                      </p:cBhvr>
                                    </p:animEffect>
                                    <p:anim calcmode="lin" valueType="num">
                                      <p:cBhvr>
                                        <p:cTn id="94" dur="600" fill="hold">
                                          <p:stCondLst>
                                            <p:cond delay="0"/>
                                          </p:stCondLst>
                                        </p:cTn>
                                        <p:tgtEl>
                                          <p:spTgt spid="286"/>
                                        </p:tgtEl>
                                        <p:attrNameLst>
                                          <p:attrName>ppt_x</p:attrName>
                                        </p:attrNameLst>
                                      </p:cBhvr>
                                      <p:tavLst>
                                        <p:tav tm="0">
                                          <p:val>
                                            <p:strVal val="#ppt_x"/>
                                          </p:val>
                                        </p:tav>
                                        <p:tav tm="100000">
                                          <p:val>
                                            <p:strVal val="#ppt_x"/>
                                          </p:val>
                                        </p:tav>
                                      </p:tavLst>
                                    </p:anim>
                                    <p:anim calcmode="lin" valueType="num">
                                      <p:cBhvr>
                                        <p:cTn id="95" dur="600" decel="100000" fill="hold">
                                          <p:stCondLst>
                                            <p:cond delay="0"/>
                                          </p:stCondLst>
                                        </p:cTn>
                                        <p:tgtEl>
                                          <p:spTgt spid="286"/>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 grpId="0" animBg="1"/>
      <p:bldP spid="269" grpId="0" animBg="1"/>
      <p:bldP spid="270" grpId="0" animBg="1"/>
      <p:bldP spid="271" grpId="0" animBg="1"/>
      <p:bldP spid="272" grpId="0" animBg="1"/>
      <p:bldP spid="273" grpId="0" animBg="1"/>
      <p:bldP spid="274" grpId="0" animBg="1"/>
      <p:bldP spid="275" grpId="0" animBg="1"/>
      <p:bldP spid="276" grpId="0" animBg="1"/>
      <p:bldP spid="277" grpId="0" animBg="1"/>
      <p:bldP spid="278" grpId="0" animBg="1"/>
      <p:bldP spid="279" grpId="0" animBg="1"/>
      <p:bldP spid="280" grpId="0" animBg="1"/>
      <p:bldP spid="281" grpId="0" animBg="1"/>
      <p:bldP spid="282" grpId="0" animBg="1"/>
      <p:bldP spid="283" grpId="0" animBg="1"/>
      <p:bldP spid="284" grpId="0" animBg="1"/>
      <p:bldP spid="285" grpId="0" animBg="1"/>
      <p:bldP spid="28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8"/>
        <p:cNvGrpSpPr/>
        <p:nvPr/>
      </p:nvGrpSpPr>
      <p:grpSpPr>
        <a:xfrm>
          <a:off x="0" y="0"/>
          <a:ext cx="0" cy="0"/>
          <a:chOff x="0" y="0"/>
          <a:chExt cx="0" cy="0"/>
        </a:xfrm>
      </p:grpSpPr>
      <p:pic>
        <p:nvPicPr>
          <p:cNvPr id="287" name="Expo photo 287"/>
          <p:cNvPicPr>
            <a:picLocks noChangeAspect="1"/>
          </p:cNvPicPr>
          <p:nvPr/>
        </p:nvPicPr>
        <p:blipFill>
          <a:blip r:embed="rId4"/>
          <a:srcRect l="1500" r="1500"/>
          <a:stretch>
            <a:fillRect/>
          </a:stretch>
        </p:blipFill>
        <p:spPr>
          <a:xfrm>
            <a:off x="457200" y="457200"/>
            <a:ext cx="2331720" cy="4224528"/>
          </a:xfrm>
          <a:prstGeom prst="roundRect">
            <a:avLst>
              <a:gd name="adj" fmla="val 7843"/>
            </a:avLst>
          </a:prstGeom>
          <a:ln w="9525">
            <a:solidFill>
              <a:srgbClr val="FFFFFF">
                <a:alpha val="18000"/>
              </a:srgbClr>
            </a:solidFill>
          </a:ln>
        </p:spPr>
      </p:pic>
      <p:sp>
        <p:nvSpPr>
          <p:cNvPr id="288" name="Kicker 288"/>
          <p:cNvSpPr txBox="1"/>
          <p:nvPr/>
        </p:nvSpPr>
        <p:spPr>
          <a:xfrm>
            <a:off x="3108960" y="365760"/>
            <a:ext cx="557784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11</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المواءمة</a:t>
            </a:r>
            <a:endParaRPr lang="ar-SA" sz="1200" dirty="0"/>
          </a:p>
        </p:txBody>
      </p:sp>
      <p:sp>
        <p:nvSpPr>
          <p:cNvPr id="289" name="Title 289"/>
          <p:cNvSpPr txBox="1"/>
          <p:nvPr/>
        </p:nvSpPr>
        <p:spPr>
          <a:xfrm>
            <a:off x="3108960" y="603504"/>
            <a:ext cx="557784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مواءمة الفكرة مع تحدي إكسبو</a:t>
            </a:r>
            <a:endParaRPr lang="ar-SA" sz="1200" dirty="0"/>
          </a:p>
        </p:txBody>
      </p:sp>
      <p:sp>
        <p:nvSpPr>
          <p:cNvPr id="290" name="Challenge card 290"/>
          <p:cNvSpPr/>
          <p:nvPr/>
        </p:nvSpPr>
        <p:spPr>
          <a:xfrm>
            <a:off x="3108960" y="1261872"/>
            <a:ext cx="5577840" cy="822960"/>
          </a:xfrm>
          <a:prstGeom prst="roundRect">
            <a:avLst>
              <a:gd name="adj" fmla="val 15555"/>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91" name="Challenge text 291"/>
          <p:cNvSpPr txBox="1"/>
          <p:nvPr/>
        </p:nvSpPr>
        <p:spPr>
          <a:xfrm>
            <a:off x="3291840" y="1261872"/>
            <a:ext cx="5212080" cy="822960"/>
          </a:xfrm>
          <a:prstGeom prst="rect">
            <a:avLst/>
          </a:prstGeom>
          <a:noFill/>
          <a:ln>
            <a:noFill/>
          </a:ln>
        </p:spPr>
        <p:txBody>
          <a:bodyPr wrap="square" lIns="0" tIns="0" rIns="0" bIns="0" rtlCol="0" anchor="ctr">
            <a:noAutofit/>
          </a:bodyPr>
          <a:lstStyle/>
          <a:p>
            <a:pPr marL="0" indent="0" algn="r" rtl="1">
              <a:lnSpc>
                <a:spcPct val="120000"/>
              </a:lnSpc>
              <a:spcBef>
                <a:spcPts val="0"/>
              </a:spcBef>
              <a:spcAft>
                <a:spcPts val="0"/>
              </a:spcAft>
              <a:buNone/>
            </a:pPr>
            <a:r>
              <a:rPr lang="ar-SA" sz="1250" b="1" dirty="0">
                <a:solidFill>
                  <a:srgbClr val="F5F5F8"/>
                </a:solidFill>
                <a:latin typeface="Tajawal"/>
                <a:ea typeface="Tajawal"/>
                <a:cs typeface="Tajawal"/>
              </a:rPr>
              <a:t>التحدي 3.1:  </a:t>
            </a:r>
            <a:r>
              <a:rPr lang="ar-SA" sz="1200" b="0" dirty="0">
                <a:solidFill>
                  <a:srgbClr val="F5F5F8"/>
                </a:solidFill>
                <a:latin typeface="Tajawal"/>
                <a:ea typeface="Tajawal"/>
                <a:cs typeface="Tajawal"/>
              </a:rPr>
              <a:t>صعوبة رصد الازدحام مبكرًا بما يسمح بالتصرّف، مع حركة آلاف الزوار بين البوابات والمواقع ونقاط النقل.</a:t>
            </a:r>
            <a:endParaRPr lang="ar-SA" sz="1200" dirty="0"/>
          </a:p>
        </p:txBody>
      </p:sp>
      <p:sp>
        <p:nvSpPr>
          <p:cNvPr id="292" name="Align card 292"/>
          <p:cNvSpPr/>
          <p:nvPr/>
        </p:nvSpPr>
        <p:spPr>
          <a:xfrm>
            <a:off x="5980176" y="2212848"/>
            <a:ext cx="2706624" cy="1216152"/>
          </a:xfrm>
          <a:prstGeom prst="roundRect">
            <a:avLst>
              <a:gd name="adj" fmla="val 1052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93" name="Dot 293"/>
          <p:cNvSpPr/>
          <p:nvPr/>
        </p:nvSpPr>
        <p:spPr>
          <a:xfrm>
            <a:off x="8412480" y="2432304"/>
            <a:ext cx="109728" cy="109728"/>
          </a:xfrm>
          <a:prstGeom prst="ellipse">
            <a:avLst/>
          </a:prstGeom>
          <a:gradFill rotWithShape="1">
            <a:gsLst>
              <a:gs pos="0">
                <a:srgbClr val="8F82F5"/>
              </a:gs>
              <a:gs pos="100000">
                <a:srgbClr val="FF4D6D"/>
              </a:gs>
            </a:gsLst>
            <a:lin ang="270000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94" name="Align title 294"/>
          <p:cNvSpPr txBox="1"/>
          <p:nvPr/>
        </p:nvSpPr>
        <p:spPr>
          <a:xfrm>
            <a:off x="6144768" y="2322576"/>
            <a:ext cx="2194560"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5F5F8"/>
                </a:solidFill>
                <a:latin typeface="Tajawal"/>
                <a:ea typeface="Tajawal"/>
                <a:cs typeface="Tajawal"/>
              </a:rPr>
              <a:t>رصد مبكر للازدحام</a:t>
            </a:r>
            <a:endParaRPr lang="ar-SA" sz="1200" dirty="0"/>
          </a:p>
        </p:txBody>
      </p:sp>
      <p:sp>
        <p:nvSpPr>
          <p:cNvPr id="295" name="Align text 295"/>
          <p:cNvSpPr txBox="1"/>
          <p:nvPr/>
        </p:nvSpPr>
        <p:spPr>
          <a:xfrm>
            <a:off x="6144768" y="2670048"/>
            <a:ext cx="2377440" cy="713232"/>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100" b="0" dirty="0">
                <a:solidFill>
                  <a:srgbClr val="B4B1CC"/>
                </a:solidFill>
                <a:latin typeface="Tajawal"/>
                <a:ea typeface="Tajawal"/>
                <a:cs typeface="Tajawal"/>
              </a:rPr>
              <a:t>تستطلع الدرون المسارات من الأعلى ويحلل الذكاء الاصطناعي كثافة المشاة لحظيًا قبل وصول مركبة الطوارئ.</a:t>
            </a:r>
            <a:endParaRPr lang="ar-SA" sz="1200" dirty="0"/>
          </a:p>
        </p:txBody>
      </p:sp>
      <p:sp>
        <p:nvSpPr>
          <p:cNvPr id="296" name="Align card 296"/>
          <p:cNvSpPr/>
          <p:nvPr/>
        </p:nvSpPr>
        <p:spPr>
          <a:xfrm>
            <a:off x="3108960" y="2212848"/>
            <a:ext cx="2706624" cy="1216152"/>
          </a:xfrm>
          <a:prstGeom prst="roundRect">
            <a:avLst>
              <a:gd name="adj" fmla="val 1052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297" name="Dot 297"/>
          <p:cNvSpPr/>
          <p:nvPr/>
        </p:nvSpPr>
        <p:spPr>
          <a:xfrm>
            <a:off x="5541264" y="2432304"/>
            <a:ext cx="109728" cy="109728"/>
          </a:xfrm>
          <a:prstGeom prst="ellipse">
            <a:avLst/>
          </a:prstGeom>
          <a:gradFill rotWithShape="1">
            <a:gsLst>
              <a:gs pos="0">
                <a:srgbClr val="8F82F5"/>
              </a:gs>
              <a:gs pos="100000">
                <a:srgbClr val="FF4D6D"/>
              </a:gs>
            </a:gsLst>
            <a:lin ang="270000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298" name="Align title 298"/>
          <p:cNvSpPr txBox="1"/>
          <p:nvPr/>
        </p:nvSpPr>
        <p:spPr>
          <a:xfrm>
            <a:off x="3273552" y="2322576"/>
            <a:ext cx="2194560"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5F5F8"/>
                </a:solidFill>
                <a:latin typeface="Tajawal"/>
                <a:ea typeface="Tajawal"/>
                <a:cs typeface="Tajawal"/>
              </a:rPr>
              <a:t>قرار تشغيلي فوري</a:t>
            </a:r>
            <a:endParaRPr lang="ar-SA" sz="1200" dirty="0"/>
          </a:p>
        </p:txBody>
      </p:sp>
      <p:sp>
        <p:nvSpPr>
          <p:cNvPr id="299" name="Align text 299"/>
          <p:cNvSpPr txBox="1"/>
          <p:nvPr/>
        </p:nvSpPr>
        <p:spPr>
          <a:xfrm>
            <a:off x="3273552" y="2670048"/>
            <a:ext cx="2377440" cy="713232"/>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100" b="0" dirty="0">
                <a:solidFill>
                  <a:srgbClr val="B4B1CC"/>
                </a:solidFill>
                <a:latin typeface="Tajawal"/>
                <a:ea typeface="Tajawal"/>
                <a:cs typeface="Tajawal"/>
              </a:rPr>
              <a:t>يقارن النظام بين كثافة المشاة وطول المسارات ويحدد المسار الأنسب بدل الاعتماد على التقدير اليدوي.</a:t>
            </a:r>
            <a:endParaRPr lang="ar-SA" sz="1200" dirty="0"/>
          </a:p>
        </p:txBody>
      </p:sp>
      <p:sp>
        <p:nvSpPr>
          <p:cNvPr id="300" name="Align card 300"/>
          <p:cNvSpPr/>
          <p:nvPr/>
        </p:nvSpPr>
        <p:spPr>
          <a:xfrm>
            <a:off x="5980176" y="3557016"/>
            <a:ext cx="2706624" cy="1216152"/>
          </a:xfrm>
          <a:prstGeom prst="roundRect">
            <a:avLst>
              <a:gd name="adj" fmla="val 1052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01" name="Dot 301"/>
          <p:cNvSpPr/>
          <p:nvPr/>
        </p:nvSpPr>
        <p:spPr>
          <a:xfrm>
            <a:off x="8412480" y="3776472"/>
            <a:ext cx="109728" cy="109728"/>
          </a:xfrm>
          <a:prstGeom prst="ellipse">
            <a:avLst/>
          </a:prstGeom>
          <a:gradFill rotWithShape="1">
            <a:gsLst>
              <a:gs pos="0">
                <a:srgbClr val="8F82F5"/>
              </a:gs>
              <a:gs pos="100000">
                <a:srgbClr val="FF4D6D"/>
              </a:gs>
            </a:gsLst>
            <a:lin ang="270000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302" name="Align title 302"/>
          <p:cNvSpPr txBox="1"/>
          <p:nvPr/>
        </p:nvSpPr>
        <p:spPr>
          <a:xfrm>
            <a:off x="6144768" y="3666744"/>
            <a:ext cx="2194560"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5F5F8"/>
                </a:solidFill>
                <a:latin typeface="Tajawal"/>
                <a:ea typeface="Tajawal"/>
                <a:cs typeface="Tajawal"/>
              </a:rPr>
              <a:t>استجابة استباقية</a:t>
            </a:r>
            <a:endParaRPr lang="ar-SA" sz="1200" dirty="0"/>
          </a:p>
        </p:txBody>
      </p:sp>
      <p:sp>
        <p:nvSpPr>
          <p:cNvPr id="303" name="Align text 303"/>
          <p:cNvSpPr txBox="1"/>
          <p:nvPr/>
        </p:nvSpPr>
        <p:spPr>
          <a:xfrm>
            <a:off x="6144768" y="4014216"/>
            <a:ext cx="2377440" cy="713232"/>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100" b="0" dirty="0">
                <a:solidFill>
                  <a:srgbClr val="B4B1CC"/>
                </a:solidFill>
                <a:latin typeface="Tajawal"/>
                <a:ea typeface="Tajawal"/>
                <a:cs typeface="Tajawal"/>
              </a:rPr>
              <a:t>بعد اختيار المسار، تتقدم الدرون أمام المركبة لتنبيه الزوار وإخلاء المسار قبل وصولها.</a:t>
            </a:r>
            <a:endParaRPr lang="ar-SA" sz="1200" dirty="0"/>
          </a:p>
        </p:txBody>
      </p:sp>
      <p:sp>
        <p:nvSpPr>
          <p:cNvPr id="304" name="Align card 304"/>
          <p:cNvSpPr/>
          <p:nvPr/>
        </p:nvSpPr>
        <p:spPr>
          <a:xfrm>
            <a:off x="3108960" y="3557016"/>
            <a:ext cx="2706624" cy="1216152"/>
          </a:xfrm>
          <a:prstGeom prst="roundRect">
            <a:avLst>
              <a:gd name="adj" fmla="val 10526"/>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05" name="Dot 305"/>
          <p:cNvSpPr/>
          <p:nvPr/>
        </p:nvSpPr>
        <p:spPr>
          <a:xfrm>
            <a:off x="5541264" y="3776472"/>
            <a:ext cx="109728" cy="109728"/>
          </a:xfrm>
          <a:prstGeom prst="ellipse">
            <a:avLst/>
          </a:prstGeom>
          <a:gradFill rotWithShape="1">
            <a:gsLst>
              <a:gs pos="0">
                <a:srgbClr val="8F82F5"/>
              </a:gs>
              <a:gs pos="100000">
                <a:srgbClr val="FF4D6D"/>
              </a:gs>
            </a:gsLst>
            <a:lin ang="270000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306" name="Align title 306"/>
          <p:cNvSpPr txBox="1"/>
          <p:nvPr/>
        </p:nvSpPr>
        <p:spPr>
          <a:xfrm>
            <a:off x="3273552" y="3666744"/>
            <a:ext cx="2194560"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300" b="1" dirty="0">
                <a:solidFill>
                  <a:srgbClr val="F5F5F8"/>
                </a:solidFill>
                <a:latin typeface="Tajawal"/>
                <a:ea typeface="Tajawal"/>
                <a:cs typeface="Tajawal"/>
              </a:rPr>
              <a:t>قابلية التوسع</a:t>
            </a:r>
            <a:endParaRPr lang="ar-SA" sz="1200" dirty="0"/>
          </a:p>
        </p:txBody>
      </p:sp>
      <p:sp>
        <p:nvSpPr>
          <p:cNvPr id="307" name="Align text 307"/>
          <p:cNvSpPr txBox="1"/>
          <p:nvPr/>
        </p:nvSpPr>
        <p:spPr>
          <a:xfrm>
            <a:off x="3273552" y="4014216"/>
            <a:ext cx="2377440" cy="713232"/>
          </a:xfrm>
          <a:prstGeom prst="rect">
            <a:avLst/>
          </a:prstGeom>
          <a:noFill/>
          <a:ln>
            <a:noFill/>
          </a:ln>
        </p:spPr>
        <p:txBody>
          <a:bodyPr wrap="square" lIns="0" tIns="0" rIns="0" bIns="0" rtlCol="0" anchor="t">
            <a:noAutofit/>
          </a:bodyPr>
          <a:lstStyle/>
          <a:p>
            <a:pPr marL="0" indent="0" algn="r" rtl="1">
              <a:lnSpc>
                <a:spcPct val="120000"/>
              </a:lnSpc>
              <a:spcBef>
                <a:spcPts val="0"/>
              </a:spcBef>
              <a:spcAft>
                <a:spcPts val="0"/>
              </a:spcAft>
              <a:buNone/>
            </a:pPr>
            <a:r>
              <a:rPr lang="ar-SA" sz="1100" b="0" dirty="0">
                <a:solidFill>
                  <a:srgbClr val="B4B1CC"/>
                </a:solidFill>
                <a:latin typeface="Tajawal"/>
                <a:ea typeface="Tajawal"/>
                <a:cs typeface="Tajawal"/>
              </a:rPr>
              <a:t>يمكن تطبيق النظام في المعارض والملاعب والمطارات ومواقع الفعاليات ذات الكثافة العالية.</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8"/>
                                        </p:tgtEl>
                                        <p:attrNameLst>
                                          <p:attrName>style.visibility</p:attrName>
                                        </p:attrNameLst>
                                      </p:cBhvr>
                                      <p:to>
                                        <p:strVal val="visible"/>
                                      </p:to>
                                    </p:set>
                                    <p:animEffect transition="in" filter="fade">
                                      <p:cBhvr>
                                        <p:cTn id="7" dur="700"/>
                                        <p:tgtEl>
                                          <p:spTgt spid="288"/>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289"/>
                                        </p:tgtEl>
                                        <p:attrNameLst>
                                          <p:attrName>style.visibility</p:attrName>
                                        </p:attrNameLst>
                                      </p:cBhvr>
                                      <p:to>
                                        <p:strVal val="visible"/>
                                      </p:to>
                                    </p:set>
                                    <p:animEffect transition="in" filter="fade">
                                      <p:cBhvr>
                                        <p:cTn id="10" dur="600"/>
                                        <p:tgtEl>
                                          <p:spTgt spid="289"/>
                                        </p:tgtEl>
                                      </p:cBhvr>
                                    </p:animEffect>
                                    <p:anim calcmode="lin" valueType="num">
                                      <p:cBhvr>
                                        <p:cTn id="11" dur="600" fill="hold">
                                          <p:stCondLst>
                                            <p:cond delay="0"/>
                                          </p:stCondLst>
                                        </p:cTn>
                                        <p:tgtEl>
                                          <p:spTgt spid="289"/>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289"/>
                                        </p:tgtEl>
                                        <p:attrNameLst>
                                          <p:attrName>ppt_y</p:attrName>
                                        </p:attrNameLst>
                                      </p:cBhvr>
                                      <p:tavLst>
                                        <p:tav tm="0">
                                          <p:val>
                                            <p:strVal val="#ppt_y+0.04"/>
                                          </p:val>
                                        </p:tav>
                                        <p:tav tm="100000">
                                          <p:val>
                                            <p:strVal val="#ppt_y"/>
                                          </p:val>
                                        </p:tav>
                                      </p:tavLst>
                                    </p:anim>
                                  </p:childTnLst>
                                </p:cTn>
                              </p:par>
                              <p:par>
                                <p:cTn id="13" presetID="10" presetClass="entr" presetSubtype="0" fill="hold" grpId="0" nodeType="withEffect">
                                  <p:stCondLst>
                                    <p:cond delay="350"/>
                                  </p:stCondLst>
                                  <p:childTnLst>
                                    <p:set>
                                      <p:cBhvr>
                                        <p:cTn id="14" dur="1" fill="hold">
                                          <p:stCondLst>
                                            <p:cond delay="0"/>
                                          </p:stCondLst>
                                        </p:cTn>
                                        <p:tgtEl>
                                          <p:spTgt spid="287"/>
                                        </p:tgtEl>
                                        <p:attrNameLst>
                                          <p:attrName>style.visibility</p:attrName>
                                        </p:attrNameLst>
                                      </p:cBhvr>
                                      <p:to>
                                        <p:strVal val="visible"/>
                                      </p:to>
                                    </p:set>
                                    <p:animEffect transition="in" filter="fade">
                                      <p:cBhvr>
                                        <p:cTn id="15" dur="700"/>
                                        <p:tgtEl>
                                          <p:spTgt spid="287"/>
                                        </p:tgtEl>
                                      </p:cBhvr>
                                    </p:animEffect>
                                  </p:childTnLst>
                                </p:cTn>
                              </p:par>
                              <p:par>
                                <p:cTn id="16" presetID="42" presetClass="entr" presetSubtype="0" fill="hold" grpId="0" nodeType="withEffect">
                                  <p:stCondLst>
                                    <p:cond delay="510"/>
                                  </p:stCondLst>
                                  <p:childTnLst>
                                    <p:set>
                                      <p:cBhvr>
                                        <p:cTn id="17" dur="1" fill="hold">
                                          <p:stCondLst>
                                            <p:cond delay="0"/>
                                          </p:stCondLst>
                                        </p:cTn>
                                        <p:tgtEl>
                                          <p:spTgt spid="290"/>
                                        </p:tgtEl>
                                        <p:attrNameLst>
                                          <p:attrName>style.visibility</p:attrName>
                                        </p:attrNameLst>
                                      </p:cBhvr>
                                      <p:to>
                                        <p:strVal val="visible"/>
                                      </p:to>
                                    </p:set>
                                    <p:animEffect transition="in" filter="fade">
                                      <p:cBhvr>
                                        <p:cTn id="18" dur="600"/>
                                        <p:tgtEl>
                                          <p:spTgt spid="290"/>
                                        </p:tgtEl>
                                      </p:cBhvr>
                                    </p:animEffect>
                                    <p:anim calcmode="lin" valueType="num">
                                      <p:cBhvr>
                                        <p:cTn id="19" dur="600" fill="hold">
                                          <p:stCondLst>
                                            <p:cond delay="0"/>
                                          </p:stCondLst>
                                        </p:cTn>
                                        <p:tgtEl>
                                          <p:spTgt spid="290"/>
                                        </p:tgtEl>
                                        <p:attrNameLst>
                                          <p:attrName>ppt_x</p:attrName>
                                        </p:attrNameLst>
                                      </p:cBhvr>
                                      <p:tavLst>
                                        <p:tav tm="0">
                                          <p:val>
                                            <p:strVal val="#ppt_x"/>
                                          </p:val>
                                        </p:tav>
                                        <p:tav tm="100000">
                                          <p:val>
                                            <p:strVal val="#ppt_x"/>
                                          </p:val>
                                        </p:tav>
                                      </p:tavLst>
                                    </p:anim>
                                    <p:anim calcmode="lin" valueType="num">
                                      <p:cBhvr>
                                        <p:cTn id="20" dur="600" decel="100000" fill="hold">
                                          <p:stCondLst>
                                            <p:cond delay="0"/>
                                          </p:stCondLst>
                                        </p:cTn>
                                        <p:tgtEl>
                                          <p:spTgt spid="290"/>
                                        </p:tgtEl>
                                        <p:attrNameLst>
                                          <p:attrName>ppt_y</p:attrName>
                                        </p:attrNameLst>
                                      </p:cBhvr>
                                      <p:tavLst>
                                        <p:tav tm="0">
                                          <p:val>
                                            <p:strVal val="#ppt_y+0.04"/>
                                          </p:val>
                                        </p:tav>
                                        <p:tav tm="100000">
                                          <p:val>
                                            <p:strVal val="#ppt_y"/>
                                          </p:val>
                                        </p:tav>
                                      </p:tavLst>
                                    </p:anim>
                                  </p:childTnLst>
                                </p:cTn>
                              </p:par>
                              <p:par>
                                <p:cTn id="21" presetID="42" presetClass="entr" presetSubtype="0" fill="hold" grpId="0" nodeType="withEffect">
                                  <p:stCondLst>
                                    <p:cond delay="510"/>
                                  </p:stCondLst>
                                  <p:childTnLst>
                                    <p:set>
                                      <p:cBhvr>
                                        <p:cTn id="22" dur="1" fill="hold">
                                          <p:stCondLst>
                                            <p:cond delay="0"/>
                                          </p:stCondLst>
                                        </p:cTn>
                                        <p:tgtEl>
                                          <p:spTgt spid="291"/>
                                        </p:tgtEl>
                                        <p:attrNameLst>
                                          <p:attrName>style.visibility</p:attrName>
                                        </p:attrNameLst>
                                      </p:cBhvr>
                                      <p:to>
                                        <p:strVal val="visible"/>
                                      </p:to>
                                    </p:set>
                                    <p:animEffect transition="in" filter="fade">
                                      <p:cBhvr>
                                        <p:cTn id="23" dur="600"/>
                                        <p:tgtEl>
                                          <p:spTgt spid="291"/>
                                        </p:tgtEl>
                                      </p:cBhvr>
                                    </p:animEffect>
                                    <p:anim calcmode="lin" valueType="num">
                                      <p:cBhvr>
                                        <p:cTn id="24" dur="600" fill="hold">
                                          <p:stCondLst>
                                            <p:cond delay="0"/>
                                          </p:stCondLst>
                                        </p:cTn>
                                        <p:tgtEl>
                                          <p:spTgt spid="291"/>
                                        </p:tgtEl>
                                        <p:attrNameLst>
                                          <p:attrName>ppt_x</p:attrName>
                                        </p:attrNameLst>
                                      </p:cBhvr>
                                      <p:tavLst>
                                        <p:tav tm="0">
                                          <p:val>
                                            <p:strVal val="#ppt_x"/>
                                          </p:val>
                                        </p:tav>
                                        <p:tav tm="100000">
                                          <p:val>
                                            <p:strVal val="#ppt_x"/>
                                          </p:val>
                                        </p:tav>
                                      </p:tavLst>
                                    </p:anim>
                                    <p:anim calcmode="lin" valueType="num">
                                      <p:cBhvr>
                                        <p:cTn id="25" dur="600" decel="100000" fill="hold">
                                          <p:stCondLst>
                                            <p:cond delay="0"/>
                                          </p:stCondLst>
                                        </p:cTn>
                                        <p:tgtEl>
                                          <p:spTgt spid="291"/>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670"/>
                                  </p:stCondLst>
                                  <p:childTnLst>
                                    <p:set>
                                      <p:cBhvr>
                                        <p:cTn id="27" dur="1" fill="hold">
                                          <p:stCondLst>
                                            <p:cond delay="0"/>
                                          </p:stCondLst>
                                        </p:cTn>
                                        <p:tgtEl>
                                          <p:spTgt spid="292"/>
                                        </p:tgtEl>
                                        <p:attrNameLst>
                                          <p:attrName>style.visibility</p:attrName>
                                        </p:attrNameLst>
                                      </p:cBhvr>
                                      <p:to>
                                        <p:strVal val="visible"/>
                                      </p:to>
                                    </p:set>
                                    <p:animEffect transition="in" filter="fade">
                                      <p:cBhvr>
                                        <p:cTn id="28" dur="600"/>
                                        <p:tgtEl>
                                          <p:spTgt spid="292"/>
                                        </p:tgtEl>
                                      </p:cBhvr>
                                    </p:animEffect>
                                    <p:anim calcmode="lin" valueType="num">
                                      <p:cBhvr>
                                        <p:cTn id="29" dur="600" fill="hold">
                                          <p:stCondLst>
                                            <p:cond delay="0"/>
                                          </p:stCondLst>
                                        </p:cTn>
                                        <p:tgtEl>
                                          <p:spTgt spid="292"/>
                                        </p:tgtEl>
                                        <p:attrNameLst>
                                          <p:attrName>ppt_x</p:attrName>
                                        </p:attrNameLst>
                                      </p:cBhvr>
                                      <p:tavLst>
                                        <p:tav tm="0">
                                          <p:val>
                                            <p:strVal val="#ppt_x"/>
                                          </p:val>
                                        </p:tav>
                                        <p:tav tm="100000">
                                          <p:val>
                                            <p:strVal val="#ppt_x"/>
                                          </p:val>
                                        </p:tav>
                                      </p:tavLst>
                                    </p:anim>
                                    <p:anim calcmode="lin" valueType="num">
                                      <p:cBhvr>
                                        <p:cTn id="30" dur="600" decel="100000" fill="hold">
                                          <p:stCondLst>
                                            <p:cond delay="0"/>
                                          </p:stCondLst>
                                        </p:cTn>
                                        <p:tgtEl>
                                          <p:spTgt spid="292"/>
                                        </p:tgtEl>
                                        <p:attrNameLst>
                                          <p:attrName>ppt_y</p:attrName>
                                        </p:attrNameLst>
                                      </p:cBhvr>
                                      <p:tavLst>
                                        <p:tav tm="0">
                                          <p:val>
                                            <p:strVal val="#ppt_y+0.04"/>
                                          </p:val>
                                        </p:tav>
                                        <p:tav tm="100000">
                                          <p:val>
                                            <p:strVal val="#ppt_y"/>
                                          </p:val>
                                        </p:tav>
                                      </p:tavLst>
                                    </p:anim>
                                  </p:childTnLst>
                                </p:cTn>
                              </p:par>
                              <p:par>
                                <p:cTn id="31" presetID="42" presetClass="entr" presetSubtype="0" fill="hold" grpId="0" nodeType="withEffect">
                                  <p:stCondLst>
                                    <p:cond delay="670"/>
                                  </p:stCondLst>
                                  <p:childTnLst>
                                    <p:set>
                                      <p:cBhvr>
                                        <p:cTn id="32" dur="1" fill="hold">
                                          <p:stCondLst>
                                            <p:cond delay="0"/>
                                          </p:stCondLst>
                                        </p:cTn>
                                        <p:tgtEl>
                                          <p:spTgt spid="293"/>
                                        </p:tgtEl>
                                        <p:attrNameLst>
                                          <p:attrName>style.visibility</p:attrName>
                                        </p:attrNameLst>
                                      </p:cBhvr>
                                      <p:to>
                                        <p:strVal val="visible"/>
                                      </p:to>
                                    </p:set>
                                    <p:animEffect transition="in" filter="fade">
                                      <p:cBhvr>
                                        <p:cTn id="33" dur="600"/>
                                        <p:tgtEl>
                                          <p:spTgt spid="293"/>
                                        </p:tgtEl>
                                      </p:cBhvr>
                                    </p:animEffect>
                                    <p:anim calcmode="lin" valueType="num">
                                      <p:cBhvr>
                                        <p:cTn id="34" dur="600" fill="hold">
                                          <p:stCondLst>
                                            <p:cond delay="0"/>
                                          </p:stCondLst>
                                        </p:cTn>
                                        <p:tgtEl>
                                          <p:spTgt spid="293"/>
                                        </p:tgtEl>
                                        <p:attrNameLst>
                                          <p:attrName>ppt_x</p:attrName>
                                        </p:attrNameLst>
                                      </p:cBhvr>
                                      <p:tavLst>
                                        <p:tav tm="0">
                                          <p:val>
                                            <p:strVal val="#ppt_x"/>
                                          </p:val>
                                        </p:tav>
                                        <p:tav tm="100000">
                                          <p:val>
                                            <p:strVal val="#ppt_x"/>
                                          </p:val>
                                        </p:tav>
                                      </p:tavLst>
                                    </p:anim>
                                    <p:anim calcmode="lin" valueType="num">
                                      <p:cBhvr>
                                        <p:cTn id="35" dur="600" decel="100000" fill="hold">
                                          <p:stCondLst>
                                            <p:cond delay="0"/>
                                          </p:stCondLst>
                                        </p:cTn>
                                        <p:tgtEl>
                                          <p:spTgt spid="293"/>
                                        </p:tgtEl>
                                        <p:attrNameLst>
                                          <p:attrName>ppt_y</p:attrName>
                                        </p:attrNameLst>
                                      </p:cBhvr>
                                      <p:tavLst>
                                        <p:tav tm="0">
                                          <p:val>
                                            <p:strVal val="#ppt_y+0.04"/>
                                          </p:val>
                                        </p:tav>
                                        <p:tav tm="100000">
                                          <p:val>
                                            <p:strVal val="#ppt_y"/>
                                          </p:val>
                                        </p:tav>
                                      </p:tavLst>
                                    </p:anim>
                                  </p:childTnLst>
                                </p:cTn>
                              </p:par>
                              <p:par>
                                <p:cTn id="36" presetID="42" presetClass="entr" presetSubtype="0" fill="hold" grpId="0" nodeType="withEffect">
                                  <p:stCondLst>
                                    <p:cond delay="670"/>
                                  </p:stCondLst>
                                  <p:childTnLst>
                                    <p:set>
                                      <p:cBhvr>
                                        <p:cTn id="37" dur="1" fill="hold">
                                          <p:stCondLst>
                                            <p:cond delay="0"/>
                                          </p:stCondLst>
                                        </p:cTn>
                                        <p:tgtEl>
                                          <p:spTgt spid="294"/>
                                        </p:tgtEl>
                                        <p:attrNameLst>
                                          <p:attrName>style.visibility</p:attrName>
                                        </p:attrNameLst>
                                      </p:cBhvr>
                                      <p:to>
                                        <p:strVal val="visible"/>
                                      </p:to>
                                    </p:set>
                                    <p:animEffect transition="in" filter="fade">
                                      <p:cBhvr>
                                        <p:cTn id="38" dur="600"/>
                                        <p:tgtEl>
                                          <p:spTgt spid="294"/>
                                        </p:tgtEl>
                                      </p:cBhvr>
                                    </p:animEffect>
                                    <p:anim calcmode="lin" valueType="num">
                                      <p:cBhvr>
                                        <p:cTn id="39" dur="600" fill="hold">
                                          <p:stCondLst>
                                            <p:cond delay="0"/>
                                          </p:stCondLst>
                                        </p:cTn>
                                        <p:tgtEl>
                                          <p:spTgt spid="294"/>
                                        </p:tgtEl>
                                        <p:attrNameLst>
                                          <p:attrName>ppt_x</p:attrName>
                                        </p:attrNameLst>
                                      </p:cBhvr>
                                      <p:tavLst>
                                        <p:tav tm="0">
                                          <p:val>
                                            <p:strVal val="#ppt_x"/>
                                          </p:val>
                                        </p:tav>
                                        <p:tav tm="100000">
                                          <p:val>
                                            <p:strVal val="#ppt_x"/>
                                          </p:val>
                                        </p:tav>
                                      </p:tavLst>
                                    </p:anim>
                                    <p:anim calcmode="lin" valueType="num">
                                      <p:cBhvr>
                                        <p:cTn id="40" dur="600" decel="100000" fill="hold">
                                          <p:stCondLst>
                                            <p:cond delay="0"/>
                                          </p:stCondLst>
                                        </p:cTn>
                                        <p:tgtEl>
                                          <p:spTgt spid="294"/>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670"/>
                                  </p:stCondLst>
                                  <p:childTnLst>
                                    <p:set>
                                      <p:cBhvr>
                                        <p:cTn id="42" dur="1" fill="hold">
                                          <p:stCondLst>
                                            <p:cond delay="0"/>
                                          </p:stCondLst>
                                        </p:cTn>
                                        <p:tgtEl>
                                          <p:spTgt spid="295"/>
                                        </p:tgtEl>
                                        <p:attrNameLst>
                                          <p:attrName>style.visibility</p:attrName>
                                        </p:attrNameLst>
                                      </p:cBhvr>
                                      <p:to>
                                        <p:strVal val="visible"/>
                                      </p:to>
                                    </p:set>
                                    <p:animEffect transition="in" filter="fade">
                                      <p:cBhvr>
                                        <p:cTn id="43" dur="600"/>
                                        <p:tgtEl>
                                          <p:spTgt spid="295"/>
                                        </p:tgtEl>
                                      </p:cBhvr>
                                    </p:animEffect>
                                    <p:anim calcmode="lin" valueType="num">
                                      <p:cBhvr>
                                        <p:cTn id="44" dur="600" fill="hold">
                                          <p:stCondLst>
                                            <p:cond delay="0"/>
                                          </p:stCondLst>
                                        </p:cTn>
                                        <p:tgtEl>
                                          <p:spTgt spid="295"/>
                                        </p:tgtEl>
                                        <p:attrNameLst>
                                          <p:attrName>ppt_x</p:attrName>
                                        </p:attrNameLst>
                                      </p:cBhvr>
                                      <p:tavLst>
                                        <p:tav tm="0">
                                          <p:val>
                                            <p:strVal val="#ppt_x"/>
                                          </p:val>
                                        </p:tav>
                                        <p:tav tm="100000">
                                          <p:val>
                                            <p:strVal val="#ppt_x"/>
                                          </p:val>
                                        </p:tav>
                                      </p:tavLst>
                                    </p:anim>
                                    <p:anim calcmode="lin" valueType="num">
                                      <p:cBhvr>
                                        <p:cTn id="45" dur="600" decel="100000" fill="hold">
                                          <p:stCondLst>
                                            <p:cond delay="0"/>
                                          </p:stCondLst>
                                        </p:cTn>
                                        <p:tgtEl>
                                          <p:spTgt spid="295"/>
                                        </p:tgtEl>
                                        <p:attrNameLst>
                                          <p:attrName>ppt_y</p:attrName>
                                        </p:attrNameLst>
                                      </p:cBhvr>
                                      <p:tavLst>
                                        <p:tav tm="0">
                                          <p:val>
                                            <p:strVal val="#ppt_y+0.04"/>
                                          </p:val>
                                        </p:tav>
                                        <p:tav tm="100000">
                                          <p:val>
                                            <p:strVal val="#ppt_y"/>
                                          </p:val>
                                        </p:tav>
                                      </p:tavLst>
                                    </p:anim>
                                  </p:childTnLst>
                                </p:cTn>
                              </p:par>
                              <p:par>
                                <p:cTn id="46" presetID="42" presetClass="entr" presetSubtype="0" fill="hold" grpId="0" nodeType="withEffect">
                                  <p:stCondLst>
                                    <p:cond delay="830"/>
                                  </p:stCondLst>
                                  <p:childTnLst>
                                    <p:set>
                                      <p:cBhvr>
                                        <p:cTn id="47" dur="1" fill="hold">
                                          <p:stCondLst>
                                            <p:cond delay="0"/>
                                          </p:stCondLst>
                                        </p:cTn>
                                        <p:tgtEl>
                                          <p:spTgt spid="296"/>
                                        </p:tgtEl>
                                        <p:attrNameLst>
                                          <p:attrName>style.visibility</p:attrName>
                                        </p:attrNameLst>
                                      </p:cBhvr>
                                      <p:to>
                                        <p:strVal val="visible"/>
                                      </p:to>
                                    </p:set>
                                    <p:animEffect transition="in" filter="fade">
                                      <p:cBhvr>
                                        <p:cTn id="48" dur="600"/>
                                        <p:tgtEl>
                                          <p:spTgt spid="296"/>
                                        </p:tgtEl>
                                      </p:cBhvr>
                                    </p:animEffect>
                                    <p:anim calcmode="lin" valueType="num">
                                      <p:cBhvr>
                                        <p:cTn id="49" dur="600" fill="hold">
                                          <p:stCondLst>
                                            <p:cond delay="0"/>
                                          </p:stCondLst>
                                        </p:cTn>
                                        <p:tgtEl>
                                          <p:spTgt spid="296"/>
                                        </p:tgtEl>
                                        <p:attrNameLst>
                                          <p:attrName>ppt_x</p:attrName>
                                        </p:attrNameLst>
                                      </p:cBhvr>
                                      <p:tavLst>
                                        <p:tav tm="0">
                                          <p:val>
                                            <p:strVal val="#ppt_x"/>
                                          </p:val>
                                        </p:tav>
                                        <p:tav tm="100000">
                                          <p:val>
                                            <p:strVal val="#ppt_x"/>
                                          </p:val>
                                        </p:tav>
                                      </p:tavLst>
                                    </p:anim>
                                    <p:anim calcmode="lin" valueType="num">
                                      <p:cBhvr>
                                        <p:cTn id="50" dur="600" decel="100000" fill="hold">
                                          <p:stCondLst>
                                            <p:cond delay="0"/>
                                          </p:stCondLst>
                                        </p:cTn>
                                        <p:tgtEl>
                                          <p:spTgt spid="296"/>
                                        </p:tgtEl>
                                        <p:attrNameLst>
                                          <p:attrName>ppt_y</p:attrName>
                                        </p:attrNameLst>
                                      </p:cBhvr>
                                      <p:tavLst>
                                        <p:tav tm="0">
                                          <p:val>
                                            <p:strVal val="#ppt_y+0.04"/>
                                          </p:val>
                                        </p:tav>
                                        <p:tav tm="100000">
                                          <p:val>
                                            <p:strVal val="#ppt_y"/>
                                          </p:val>
                                        </p:tav>
                                      </p:tavLst>
                                    </p:anim>
                                  </p:childTnLst>
                                </p:cTn>
                              </p:par>
                              <p:par>
                                <p:cTn id="51" presetID="42" presetClass="entr" presetSubtype="0" fill="hold" grpId="0" nodeType="withEffect">
                                  <p:stCondLst>
                                    <p:cond delay="830"/>
                                  </p:stCondLst>
                                  <p:childTnLst>
                                    <p:set>
                                      <p:cBhvr>
                                        <p:cTn id="52" dur="1" fill="hold">
                                          <p:stCondLst>
                                            <p:cond delay="0"/>
                                          </p:stCondLst>
                                        </p:cTn>
                                        <p:tgtEl>
                                          <p:spTgt spid="297"/>
                                        </p:tgtEl>
                                        <p:attrNameLst>
                                          <p:attrName>style.visibility</p:attrName>
                                        </p:attrNameLst>
                                      </p:cBhvr>
                                      <p:to>
                                        <p:strVal val="visible"/>
                                      </p:to>
                                    </p:set>
                                    <p:animEffect transition="in" filter="fade">
                                      <p:cBhvr>
                                        <p:cTn id="53" dur="600"/>
                                        <p:tgtEl>
                                          <p:spTgt spid="297"/>
                                        </p:tgtEl>
                                      </p:cBhvr>
                                    </p:animEffect>
                                    <p:anim calcmode="lin" valueType="num">
                                      <p:cBhvr>
                                        <p:cTn id="54" dur="600" fill="hold">
                                          <p:stCondLst>
                                            <p:cond delay="0"/>
                                          </p:stCondLst>
                                        </p:cTn>
                                        <p:tgtEl>
                                          <p:spTgt spid="297"/>
                                        </p:tgtEl>
                                        <p:attrNameLst>
                                          <p:attrName>ppt_x</p:attrName>
                                        </p:attrNameLst>
                                      </p:cBhvr>
                                      <p:tavLst>
                                        <p:tav tm="0">
                                          <p:val>
                                            <p:strVal val="#ppt_x"/>
                                          </p:val>
                                        </p:tav>
                                        <p:tav tm="100000">
                                          <p:val>
                                            <p:strVal val="#ppt_x"/>
                                          </p:val>
                                        </p:tav>
                                      </p:tavLst>
                                    </p:anim>
                                    <p:anim calcmode="lin" valueType="num">
                                      <p:cBhvr>
                                        <p:cTn id="55" dur="600" decel="100000" fill="hold">
                                          <p:stCondLst>
                                            <p:cond delay="0"/>
                                          </p:stCondLst>
                                        </p:cTn>
                                        <p:tgtEl>
                                          <p:spTgt spid="297"/>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830"/>
                                  </p:stCondLst>
                                  <p:childTnLst>
                                    <p:set>
                                      <p:cBhvr>
                                        <p:cTn id="57" dur="1" fill="hold">
                                          <p:stCondLst>
                                            <p:cond delay="0"/>
                                          </p:stCondLst>
                                        </p:cTn>
                                        <p:tgtEl>
                                          <p:spTgt spid="298"/>
                                        </p:tgtEl>
                                        <p:attrNameLst>
                                          <p:attrName>style.visibility</p:attrName>
                                        </p:attrNameLst>
                                      </p:cBhvr>
                                      <p:to>
                                        <p:strVal val="visible"/>
                                      </p:to>
                                    </p:set>
                                    <p:animEffect transition="in" filter="fade">
                                      <p:cBhvr>
                                        <p:cTn id="58" dur="600"/>
                                        <p:tgtEl>
                                          <p:spTgt spid="298"/>
                                        </p:tgtEl>
                                      </p:cBhvr>
                                    </p:animEffect>
                                    <p:anim calcmode="lin" valueType="num">
                                      <p:cBhvr>
                                        <p:cTn id="59" dur="600" fill="hold">
                                          <p:stCondLst>
                                            <p:cond delay="0"/>
                                          </p:stCondLst>
                                        </p:cTn>
                                        <p:tgtEl>
                                          <p:spTgt spid="298"/>
                                        </p:tgtEl>
                                        <p:attrNameLst>
                                          <p:attrName>ppt_x</p:attrName>
                                        </p:attrNameLst>
                                      </p:cBhvr>
                                      <p:tavLst>
                                        <p:tav tm="0">
                                          <p:val>
                                            <p:strVal val="#ppt_x"/>
                                          </p:val>
                                        </p:tav>
                                        <p:tav tm="100000">
                                          <p:val>
                                            <p:strVal val="#ppt_x"/>
                                          </p:val>
                                        </p:tav>
                                      </p:tavLst>
                                    </p:anim>
                                    <p:anim calcmode="lin" valueType="num">
                                      <p:cBhvr>
                                        <p:cTn id="60" dur="600" decel="100000" fill="hold">
                                          <p:stCondLst>
                                            <p:cond delay="0"/>
                                          </p:stCondLst>
                                        </p:cTn>
                                        <p:tgtEl>
                                          <p:spTgt spid="298"/>
                                        </p:tgtEl>
                                        <p:attrNameLst>
                                          <p:attrName>ppt_y</p:attrName>
                                        </p:attrNameLst>
                                      </p:cBhvr>
                                      <p:tavLst>
                                        <p:tav tm="0">
                                          <p:val>
                                            <p:strVal val="#ppt_y+0.04"/>
                                          </p:val>
                                        </p:tav>
                                        <p:tav tm="100000">
                                          <p:val>
                                            <p:strVal val="#ppt_y"/>
                                          </p:val>
                                        </p:tav>
                                      </p:tavLst>
                                    </p:anim>
                                  </p:childTnLst>
                                </p:cTn>
                              </p:par>
                              <p:par>
                                <p:cTn id="61" presetID="42" presetClass="entr" presetSubtype="0" fill="hold" grpId="0" nodeType="withEffect">
                                  <p:stCondLst>
                                    <p:cond delay="830"/>
                                  </p:stCondLst>
                                  <p:childTnLst>
                                    <p:set>
                                      <p:cBhvr>
                                        <p:cTn id="62" dur="1" fill="hold">
                                          <p:stCondLst>
                                            <p:cond delay="0"/>
                                          </p:stCondLst>
                                        </p:cTn>
                                        <p:tgtEl>
                                          <p:spTgt spid="299"/>
                                        </p:tgtEl>
                                        <p:attrNameLst>
                                          <p:attrName>style.visibility</p:attrName>
                                        </p:attrNameLst>
                                      </p:cBhvr>
                                      <p:to>
                                        <p:strVal val="visible"/>
                                      </p:to>
                                    </p:set>
                                    <p:animEffect transition="in" filter="fade">
                                      <p:cBhvr>
                                        <p:cTn id="63" dur="600"/>
                                        <p:tgtEl>
                                          <p:spTgt spid="299"/>
                                        </p:tgtEl>
                                      </p:cBhvr>
                                    </p:animEffect>
                                    <p:anim calcmode="lin" valueType="num">
                                      <p:cBhvr>
                                        <p:cTn id="64" dur="600" fill="hold">
                                          <p:stCondLst>
                                            <p:cond delay="0"/>
                                          </p:stCondLst>
                                        </p:cTn>
                                        <p:tgtEl>
                                          <p:spTgt spid="299"/>
                                        </p:tgtEl>
                                        <p:attrNameLst>
                                          <p:attrName>ppt_x</p:attrName>
                                        </p:attrNameLst>
                                      </p:cBhvr>
                                      <p:tavLst>
                                        <p:tav tm="0">
                                          <p:val>
                                            <p:strVal val="#ppt_x"/>
                                          </p:val>
                                        </p:tav>
                                        <p:tav tm="100000">
                                          <p:val>
                                            <p:strVal val="#ppt_x"/>
                                          </p:val>
                                        </p:tav>
                                      </p:tavLst>
                                    </p:anim>
                                    <p:anim calcmode="lin" valueType="num">
                                      <p:cBhvr>
                                        <p:cTn id="65" dur="600" decel="100000" fill="hold">
                                          <p:stCondLst>
                                            <p:cond delay="0"/>
                                          </p:stCondLst>
                                        </p:cTn>
                                        <p:tgtEl>
                                          <p:spTgt spid="299"/>
                                        </p:tgtEl>
                                        <p:attrNameLst>
                                          <p:attrName>ppt_y</p:attrName>
                                        </p:attrNameLst>
                                      </p:cBhvr>
                                      <p:tavLst>
                                        <p:tav tm="0">
                                          <p:val>
                                            <p:strVal val="#ppt_y+0.04"/>
                                          </p:val>
                                        </p:tav>
                                        <p:tav tm="100000">
                                          <p:val>
                                            <p:strVal val="#ppt_y"/>
                                          </p:val>
                                        </p:tav>
                                      </p:tavLst>
                                    </p:anim>
                                  </p:childTnLst>
                                </p:cTn>
                              </p:par>
                              <p:par>
                                <p:cTn id="66" presetID="42" presetClass="entr" presetSubtype="0" fill="hold" grpId="0" nodeType="withEffect">
                                  <p:stCondLst>
                                    <p:cond delay="990"/>
                                  </p:stCondLst>
                                  <p:childTnLst>
                                    <p:set>
                                      <p:cBhvr>
                                        <p:cTn id="67" dur="1" fill="hold">
                                          <p:stCondLst>
                                            <p:cond delay="0"/>
                                          </p:stCondLst>
                                        </p:cTn>
                                        <p:tgtEl>
                                          <p:spTgt spid="300"/>
                                        </p:tgtEl>
                                        <p:attrNameLst>
                                          <p:attrName>style.visibility</p:attrName>
                                        </p:attrNameLst>
                                      </p:cBhvr>
                                      <p:to>
                                        <p:strVal val="visible"/>
                                      </p:to>
                                    </p:set>
                                    <p:animEffect transition="in" filter="fade">
                                      <p:cBhvr>
                                        <p:cTn id="68" dur="600"/>
                                        <p:tgtEl>
                                          <p:spTgt spid="300"/>
                                        </p:tgtEl>
                                      </p:cBhvr>
                                    </p:animEffect>
                                    <p:anim calcmode="lin" valueType="num">
                                      <p:cBhvr>
                                        <p:cTn id="69" dur="600" fill="hold">
                                          <p:stCondLst>
                                            <p:cond delay="0"/>
                                          </p:stCondLst>
                                        </p:cTn>
                                        <p:tgtEl>
                                          <p:spTgt spid="300"/>
                                        </p:tgtEl>
                                        <p:attrNameLst>
                                          <p:attrName>ppt_x</p:attrName>
                                        </p:attrNameLst>
                                      </p:cBhvr>
                                      <p:tavLst>
                                        <p:tav tm="0">
                                          <p:val>
                                            <p:strVal val="#ppt_x"/>
                                          </p:val>
                                        </p:tav>
                                        <p:tav tm="100000">
                                          <p:val>
                                            <p:strVal val="#ppt_x"/>
                                          </p:val>
                                        </p:tav>
                                      </p:tavLst>
                                    </p:anim>
                                    <p:anim calcmode="lin" valueType="num">
                                      <p:cBhvr>
                                        <p:cTn id="70" dur="600" decel="100000" fill="hold">
                                          <p:stCondLst>
                                            <p:cond delay="0"/>
                                          </p:stCondLst>
                                        </p:cTn>
                                        <p:tgtEl>
                                          <p:spTgt spid="300"/>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990"/>
                                  </p:stCondLst>
                                  <p:childTnLst>
                                    <p:set>
                                      <p:cBhvr>
                                        <p:cTn id="72" dur="1" fill="hold">
                                          <p:stCondLst>
                                            <p:cond delay="0"/>
                                          </p:stCondLst>
                                        </p:cTn>
                                        <p:tgtEl>
                                          <p:spTgt spid="301"/>
                                        </p:tgtEl>
                                        <p:attrNameLst>
                                          <p:attrName>style.visibility</p:attrName>
                                        </p:attrNameLst>
                                      </p:cBhvr>
                                      <p:to>
                                        <p:strVal val="visible"/>
                                      </p:to>
                                    </p:set>
                                    <p:animEffect transition="in" filter="fade">
                                      <p:cBhvr>
                                        <p:cTn id="73" dur="600"/>
                                        <p:tgtEl>
                                          <p:spTgt spid="301"/>
                                        </p:tgtEl>
                                      </p:cBhvr>
                                    </p:animEffect>
                                    <p:anim calcmode="lin" valueType="num">
                                      <p:cBhvr>
                                        <p:cTn id="74" dur="600" fill="hold">
                                          <p:stCondLst>
                                            <p:cond delay="0"/>
                                          </p:stCondLst>
                                        </p:cTn>
                                        <p:tgtEl>
                                          <p:spTgt spid="301"/>
                                        </p:tgtEl>
                                        <p:attrNameLst>
                                          <p:attrName>ppt_x</p:attrName>
                                        </p:attrNameLst>
                                      </p:cBhvr>
                                      <p:tavLst>
                                        <p:tav tm="0">
                                          <p:val>
                                            <p:strVal val="#ppt_x"/>
                                          </p:val>
                                        </p:tav>
                                        <p:tav tm="100000">
                                          <p:val>
                                            <p:strVal val="#ppt_x"/>
                                          </p:val>
                                        </p:tav>
                                      </p:tavLst>
                                    </p:anim>
                                    <p:anim calcmode="lin" valueType="num">
                                      <p:cBhvr>
                                        <p:cTn id="75" dur="600" decel="100000" fill="hold">
                                          <p:stCondLst>
                                            <p:cond delay="0"/>
                                          </p:stCondLst>
                                        </p:cTn>
                                        <p:tgtEl>
                                          <p:spTgt spid="301"/>
                                        </p:tgtEl>
                                        <p:attrNameLst>
                                          <p:attrName>ppt_y</p:attrName>
                                        </p:attrNameLst>
                                      </p:cBhvr>
                                      <p:tavLst>
                                        <p:tav tm="0">
                                          <p:val>
                                            <p:strVal val="#ppt_y+0.04"/>
                                          </p:val>
                                        </p:tav>
                                        <p:tav tm="100000">
                                          <p:val>
                                            <p:strVal val="#ppt_y"/>
                                          </p:val>
                                        </p:tav>
                                      </p:tavLst>
                                    </p:anim>
                                  </p:childTnLst>
                                </p:cTn>
                              </p:par>
                              <p:par>
                                <p:cTn id="76" presetID="42" presetClass="entr" presetSubtype="0" fill="hold" grpId="0" nodeType="withEffect">
                                  <p:stCondLst>
                                    <p:cond delay="990"/>
                                  </p:stCondLst>
                                  <p:childTnLst>
                                    <p:set>
                                      <p:cBhvr>
                                        <p:cTn id="77" dur="1" fill="hold">
                                          <p:stCondLst>
                                            <p:cond delay="0"/>
                                          </p:stCondLst>
                                        </p:cTn>
                                        <p:tgtEl>
                                          <p:spTgt spid="302"/>
                                        </p:tgtEl>
                                        <p:attrNameLst>
                                          <p:attrName>style.visibility</p:attrName>
                                        </p:attrNameLst>
                                      </p:cBhvr>
                                      <p:to>
                                        <p:strVal val="visible"/>
                                      </p:to>
                                    </p:set>
                                    <p:animEffect transition="in" filter="fade">
                                      <p:cBhvr>
                                        <p:cTn id="78" dur="600"/>
                                        <p:tgtEl>
                                          <p:spTgt spid="302"/>
                                        </p:tgtEl>
                                      </p:cBhvr>
                                    </p:animEffect>
                                    <p:anim calcmode="lin" valueType="num">
                                      <p:cBhvr>
                                        <p:cTn id="79" dur="600" fill="hold">
                                          <p:stCondLst>
                                            <p:cond delay="0"/>
                                          </p:stCondLst>
                                        </p:cTn>
                                        <p:tgtEl>
                                          <p:spTgt spid="302"/>
                                        </p:tgtEl>
                                        <p:attrNameLst>
                                          <p:attrName>ppt_x</p:attrName>
                                        </p:attrNameLst>
                                      </p:cBhvr>
                                      <p:tavLst>
                                        <p:tav tm="0">
                                          <p:val>
                                            <p:strVal val="#ppt_x"/>
                                          </p:val>
                                        </p:tav>
                                        <p:tav tm="100000">
                                          <p:val>
                                            <p:strVal val="#ppt_x"/>
                                          </p:val>
                                        </p:tav>
                                      </p:tavLst>
                                    </p:anim>
                                    <p:anim calcmode="lin" valueType="num">
                                      <p:cBhvr>
                                        <p:cTn id="80" dur="600" decel="100000" fill="hold">
                                          <p:stCondLst>
                                            <p:cond delay="0"/>
                                          </p:stCondLst>
                                        </p:cTn>
                                        <p:tgtEl>
                                          <p:spTgt spid="302"/>
                                        </p:tgtEl>
                                        <p:attrNameLst>
                                          <p:attrName>ppt_y</p:attrName>
                                        </p:attrNameLst>
                                      </p:cBhvr>
                                      <p:tavLst>
                                        <p:tav tm="0">
                                          <p:val>
                                            <p:strVal val="#ppt_y+0.04"/>
                                          </p:val>
                                        </p:tav>
                                        <p:tav tm="100000">
                                          <p:val>
                                            <p:strVal val="#ppt_y"/>
                                          </p:val>
                                        </p:tav>
                                      </p:tavLst>
                                    </p:anim>
                                  </p:childTnLst>
                                </p:cTn>
                              </p:par>
                              <p:par>
                                <p:cTn id="81" presetID="42" presetClass="entr" presetSubtype="0" fill="hold" grpId="0" nodeType="withEffect">
                                  <p:stCondLst>
                                    <p:cond delay="990"/>
                                  </p:stCondLst>
                                  <p:childTnLst>
                                    <p:set>
                                      <p:cBhvr>
                                        <p:cTn id="82" dur="1" fill="hold">
                                          <p:stCondLst>
                                            <p:cond delay="0"/>
                                          </p:stCondLst>
                                        </p:cTn>
                                        <p:tgtEl>
                                          <p:spTgt spid="303"/>
                                        </p:tgtEl>
                                        <p:attrNameLst>
                                          <p:attrName>style.visibility</p:attrName>
                                        </p:attrNameLst>
                                      </p:cBhvr>
                                      <p:to>
                                        <p:strVal val="visible"/>
                                      </p:to>
                                    </p:set>
                                    <p:animEffect transition="in" filter="fade">
                                      <p:cBhvr>
                                        <p:cTn id="83" dur="600"/>
                                        <p:tgtEl>
                                          <p:spTgt spid="303"/>
                                        </p:tgtEl>
                                      </p:cBhvr>
                                    </p:animEffect>
                                    <p:anim calcmode="lin" valueType="num">
                                      <p:cBhvr>
                                        <p:cTn id="84" dur="600" fill="hold">
                                          <p:stCondLst>
                                            <p:cond delay="0"/>
                                          </p:stCondLst>
                                        </p:cTn>
                                        <p:tgtEl>
                                          <p:spTgt spid="303"/>
                                        </p:tgtEl>
                                        <p:attrNameLst>
                                          <p:attrName>ppt_x</p:attrName>
                                        </p:attrNameLst>
                                      </p:cBhvr>
                                      <p:tavLst>
                                        <p:tav tm="0">
                                          <p:val>
                                            <p:strVal val="#ppt_x"/>
                                          </p:val>
                                        </p:tav>
                                        <p:tav tm="100000">
                                          <p:val>
                                            <p:strVal val="#ppt_x"/>
                                          </p:val>
                                        </p:tav>
                                      </p:tavLst>
                                    </p:anim>
                                    <p:anim calcmode="lin" valueType="num">
                                      <p:cBhvr>
                                        <p:cTn id="85" dur="600" decel="100000" fill="hold">
                                          <p:stCondLst>
                                            <p:cond delay="0"/>
                                          </p:stCondLst>
                                        </p:cTn>
                                        <p:tgtEl>
                                          <p:spTgt spid="303"/>
                                        </p:tgtEl>
                                        <p:attrNameLst>
                                          <p:attrName>ppt_y</p:attrName>
                                        </p:attrNameLst>
                                      </p:cBhvr>
                                      <p:tavLst>
                                        <p:tav tm="0">
                                          <p:val>
                                            <p:strVal val="#ppt_y+0.04"/>
                                          </p:val>
                                        </p:tav>
                                        <p:tav tm="100000">
                                          <p:val>
                                            <p:strVal val="#ppt_y"/>
                                          </p:val>
                                        </p:tav>
                                      </p:tavLst>
                                    </p:anim>
                                  </p:childTnLst>
                                </p:cTn>
                              </p:par>
                              <p:par>
                                <p:cTn id="86" presetID="42" presetClass="entr" presetSubtype="0" fill="hold" grpId="0" nodeType="withEffect">
                                  <p:stCondLst>
                                    <p:cond delay="1150"/>
                                  </p:stCondLst>
                                  <p:childTnLst>
                                    <p:set>
                                      <p:cBhvr>
                                        <p:cTn id="87" dur="1" fill="hold">
                                          <p:stCondLst>
                                            <p:cond delay="0"/>
                                          </p:stCondLst>
                                        </p:cTn>
                                        <p:tgtEl>
                                          <p:spTgt spid="304"/>
                                        </p:tgtEl>
                                        <p:attrNameLst>
                                          <p:attrName>style.visibility</p:attrName>
                                        </p:attrNameLst>
                                      </p:cBhvr>
                                      <p:to>
                                        <p:strVal val="visible"/>
                                      </p:to>
                                    </p:set>
                                    <p:animEffect transition="in" filter="fade">
                                      <p:cBhvr>
                                        <p:cTn id="88" dur="600"/>
                                        <p:tgtEl>
                                          <p:spTgt spid="304"/>
                                        </p:tgtEl>
                                      </p:cBhvr>
                                    </p:animEffect>
                                    <p:anim calcmode="lin" valueType="num">
                                      <p:cBhvr>
                                        <p:cTn id="89" dur="600" fill="hold">
                                          <p:stCondLst>
                                            <p:cond delay="0"/>
                                          </p:stCondLst>
                                        </p:cTn>
                                        <p:tgtEl>
                                          <p:spTgt spid="304"/>
                                        </p:tgtEl>
                                        <p:attrNameLst>
                                          <p:attrName>ppt_x</p:attrName>
                                        </p:attrNameLst>
                                      </p:cBhvr>
                                      <p:tavLst>
                                        <p:tav tm="0">
                                          <p:val>
                                            <p:strVal val="#ppt_x"/>
                                          </p:val>
                                        </p:tav>
                                        <p:tav tm="100000">
                                          <p:val>
                                            <p:strVal val="#ppt_x"/>
                                          </p:val>
                                        </p:tav>
                                      </p:tavLst>
                                    </p:anim>
                                    <p:anim calcmode="lin" valueType="num">
                                      <p:cBhvr>
                                        <p:cTn id="90" dur="600" decel="100000" fill="hold">
                                          <p:stCondLst>
                                            <p:cond delay="0"/>
                                          </p:stCondLst>
                                        </p:cTn>
                                        <p:tgtEl>
                                          <p:spTgt spid="304"/>
                                        </p:tgtEl>
                                        <p:attrNameLst>
                                          <p:attrName>ppt_y</p:attrName>
                                        </p:attrNameLst>
                                      </p:cBhvr>
                                      <p:tavLst>
                                        <p:tav tm="0">
                                          <p:val>
                                            <p:strVal val="#ppt_y+0.04"/>
                                          </p:val>
                                        </p:tav>
                                        <p:tav tm="100000">
                                          <p:val>
                                            <p:strVal val="#ppt_y"/>
                                          </p:val>
                                        </p:tav>
                                      </p:tavLst>
                                    </p:anim>
                                  </p:childTnLst>
                                </p:cTn>
                              </p:par>
                              <p:par>
                                <p:cTn id="91" presetID="42" presetClass="entr" presetSubtype="0" fill="hold" grpId="0" nodeType="withEffect">
                                  <p:stCondLst>
                                    <p:cond delay="1150"/>
                                  </p:stCondLst>
                                  <p:childTnLst>
                                    <p:set>
                                      <p:cBhvr>
                                        <p:cTn id="92" dur="1" fill="hold">
                                          <p:stCondLst>
                                            <p:cond delay="0"/>
                                          </p:stCondLst>
                                        </p:cTn>
                                        <p:tgtEl>
                                          <p:spTgt spid="305"/>
                                        </p:tgtEl>
                                        <p:attrNameLst>
                                          <p:attrName>style.visibility</p:attrName>
                                        </p:attrNameLst>
                                      </p:cBhvr>
                                      <p:to>
                                        <p:strVal val="visible"/>
                                      </p:to>
                                    </p:set>
                                    <p:animEffect transition="in" filter="fade">
                                      <p:cBhvr>
                                        <p:cTn id="93" dur="600"/>
                                        <p:tgtEl>
                                          <p:spTgt spid="305"/>
                                        </p:tgtEl>
                                      </p:cBhvr>
                                    </p:animEffect>
                                    <p:anim calcmode="lin" valueType="num">
                                      <p:cBhvr>
                                        <p:cTn id="94" dur="600" fill="hold">
                                          <p:stCondLst>
                                            <p:cond delay="0"/>
                                          </p:stCondLst>
                                        </p:cTn>
                                        <p:tgtEl>
                                          <p:spTgt spid="305"/>
                                        </p:tgtEl>
                                        <p:attrNameLst>
                                          <p:attrName>ppt_x</p:attrName>
                                        </p:attrNameLst>
                                      </p:cBhvr>
                                      <p:tavLst>
                                        <p:tav tm="0">
                                          <p:val>
                                            <p:strVal val="#ppt_x"/>
                                          </p:val>
                                        </p:tav>
                                        <p:tav tm="100000">
                                          <p:val>
                                            <p:strVal val="#ppt_x"/>
                                          </p:val>
                                        </p:tav>
                                      </p:tavLst>
                                    </p:anim>
                                    <p:anim calcmode="lin" valueType="num">
                                      <p:cBhvr>
                                        <p:cTn id="95" dur="600" decel="100000" fill="hold">
                                          <p:stCondLst>
                                            <p:cond delay="0"/>
                                          </p:stCondLst>
                                        </p:cTn>
                                        <p:tgtEl>
                                          <p:spTgt spid="305"/>
                                        </p:tgtEl>
                                        <p:attrNameLst>
                                          <p:attrName>ppt_y</p:attrName>
                                        </p:attrNameLst>
                                      </p:cBhvr>
                                      <p:tavLst>
                                        <p:tav tm="0">
                                          <p:val>
                                            <p:strVal val="#ppt_y+0.04"/>
                                          </p:val>
                                        </p:tav>
                                        <p:tav tm="100000">
                                          <p:val>
                                            <p:strVal val="#ppt_y"/>
                                          </p:val>
                                        </p:tav>
                                      </p:tavLst>
                                    </p:anim>
                                  </p:childTnLst>
                                </p:cTn>
                              </p:par>
                              <p:par>
                                <p:cTn id="96" presetID="42" presetClass="entr" presetSubtype="0" fill="hold" grpId="0" nodeType="withEffect">
                                  <p:stCondLst>
                                    <p:cond delay="1150"/>
                                  </p:stCondLst>
                                  <p:childTnLst>
                                    <p:set>
                                      <p:cBhvr>
                                        <p:cTn id="97" dur="1" fill="hold">
                                          <p:stCondLst>
                                            <p:cond delay="0"/>
                                          </p:stCondLst>
                                        </p:cTn>
                                        <p:tgtEl>
                                          <p:spTgt spid="306"/>
                                        </p:tgtEl>
                                        <p:attrNameLst>
                                          <p:attrName>style.visibility</p:attrName>
                                        </p:attrNameLst>
                                      </p:cBhvr>
                                      <p:to>
                                        <p:strVal val="visible"/>
                                      </p:to>
                                    </p:set>
                                    <p:animEffect transition="in" filter="fade">
                                      <p:cBhvr>
                                        <p:cTn id="98" dur="600"/>
                                        <p:tgtEl>
                                          <p:spTgt spid="306"/>
                                        </p:tgtEl>
                                      </p:cBhvr>
                                    </p:animEffect>
                                    <p:anim calcmode="lin" valueType="num">
                                      <p:cBhvr>
                                        <p:cTn id="99" dur="600" fill="hold">
                                          <p:stCondLst>
                                            <p:cond delay="0"/>
                                          </p:stCondLst>
                                        </p:cTn>
                                        <p:tgtEl>
                                          <p:spTgt spid="306"/>
                                        </p:tgtEl>
                                        <p:attrNameLst>
                                          <p:attrName>ppt_x</p:attrName>
                                        </p:attrNameLst>
                                      </p:cBhvr>
                                      <p:tavLst>
                                        <p:tav tm="0">
                                          <p:val>
                                            <p:strVal val="#ppt_x"/>
                                          </p:val>
                                        </p:tav>
                                        <p:tav tm="100000">
                                          <p:val>
                                            <p:strVal val="#ppt_x"/>
                                          </p:val>
                                        </p:tav>
                                      </p:tavLst>
                                    </p:anim>
                                    <p:anim calcmode="lin" valueType="num">
                                      <p:cBhvr>
                                        <p:cTn id="100" dur="600" decel="100000" fill="hold">
                                          <p:stCondLst>
                                            <p:cond delay="0"/>
                                          </p:stCondLst>
                                        </p:cTn>
                                        <p:tgtEl>
                                          <p:spTgt spid="306"/>
                                        </p:tgtEl>
                                        <p:attrNameLst>
                                          <p:attrName>ppt_y</p:attrName>
                                        </p:attrNameLst>
                                      </p:cBhvr>
                                      <p:tavLst>
                                        <p:tav tm="0">
                                          <p:val>
                                            <p:strVal val="#ppt_y+0.04"/>
                                          </p:val>
                                        </p:tav>
                                        <p:tav tm="100000">
                                          <p:val>
                                            <p:strVal val="#ppt_y"/>
                                          </p:val>
                                        </p:tav>
                                      </p:tavLst>
                                    </p:anim>
                                  </p:childTnLst>
                                </p:cTn>
                              </p:par>
                              <p:par>
                                <p:cTn id="101" presetID="42" presetClass="entr" presetSubtype="0" fill="hold" grpId="0" nodeType="withEffect">
                                  <p:stCondLst>
                                    <p:cond delay="1150"/>
                                  </p:stCondLst>
                                  <p:childTnLst>
                                    <p:set>
                                      <p:cBhvr>
                                        <p:cTn id="102" dur="1" fill="hold">
                                          <p:stCondLst>
                                            <p:cond delay="0"/>
                                          </p:stCondLst>
                                        </p:cTn>
                                        <p:tgtEl>
                                          <p:spTgt spid="307"/>
                                        </p:tgtEl>
                                        <p:attrNameLst>
                                          <p:attrName>style.visibility</p:attrName>
                                        </p:attrNameLst>
                                      </p:cBhvr>
                                      <p:to>
                                        <p:strVal val="visible"/>
                                      </p:to>
                                    </p:set>
                                    <p:animEffect transition="in" filter="fade">
                                      <p:cBhvr>
                                        <p:cTn id="103" dur="600"/>
                                        <p:tgtEl>
                                          <p:spTgt spid="307"/>
                                        </p:tgtEl>
                                      </p:cBhvr>
                                    </p:animEffect>
                                    <p:anim calcmode="lin" valueType="num">
                                      <p:cBhvr>
                                        <p:cTn id="104" dur="600" fill="hold">
                                          <p:stCondLst>
                                            <p:cond delay="0"/>
                                          </p:stCondLst>
                                        </p:cTn>
                                        <p:tgtEl>
                                          <p:spTgt spid="307"/>
                                        </p:tgtEl>
                                        <p:attrNameLst>
                                          <p:attrName>ppt_x</p:attrName>
                                        </p:attrNameLst>
                                      </p:cBhvr>
                                      <p:tavLst>
                                        <p:tav tm="0">
                                          <p:val>
                                            <p:strVal val="#ppt_x"/>
                                          </p:val>
                                        </p:tav>
                                        <p:tav tm="100000">
                                          <p:val>
                                            <p:strVal val="#ppt_x"/>
                                          </p:val>
                                        </p:tav>
                                      </p:tavLst>
                                    </p:anim>
                                    <p:anim calcmode="lin" valueType="num">
                                      <p:cBhvr>
                                        <p:cTn id="105" dur="600" decel="100000" fill="hold">
                                          <p:stCondLst>
                                            <p:cond delay="0"/>
                                          </p:stCondLst>
                                        </p:cTn>
                                        <p:tgtEl>
                                          <p:spTgt spid="307"/>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 grpId="0" animBg="1"/>
      <p:bldP spid="288" grpId="0" animBg="1"/>
      <p:bldP spid="289" grpId="0" animBg="1"/>
      <p:bldP spid="290" grpId="0" animBg="1"/>
      <p:bldP spid="291" grpId="0" animBg="1"/>
      <p:bldP spid="292" grpId="0" animBg="1"/>
      <p:bldP spid="293" grpId="0" animBg="1"/>
      <p:bldP spid="294" grpId="0" animBg="1"/>
      <p:bldP spid="295" grpId="0" animBg="1"/>
      <p:bldP spid="296" grpId="0" animBg="1"/>
      <p:bldP spid="297" grpId="0" animBg="1"/>
      <p:bldP spid="298" grpId="0" animBg="1"/>
      <p:bldP spid="299" grpId="0" animBg="1"/>
      <p:bldP spid="300" grpId="0" animBg="1"/>
      <p:bldP spid="301" grpId="0" animBg="1"/>
      <p:bldP spid="302" grpId="0" animBg="1"/>
      <p:bldP spid="303" grpId="0" animBg="1"/>
      <p:bldP spid="304" grpId="0" animBg="1"/>
      <p:bldP spid="305" grpId="0" animBg="1"/>
      <p:bldP spid="306" grpId="0" animBg="1"/>
      <p:bldP spid="30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5"/>
        <p:cNvGrpSpPr/>
        <p:nvPr/>
      </p:nvGrpSpPr>
      <p:grpSpPr>
        <a:xfrm>
          <a:off x="0" y="0"/>
          <a:ext cx="0" cy="0"/>
          <a:chOff x="0" y="0"/>
          <a:chExt cx="0" cy="0"/>
        </a:xfrm>
      </p:grpSpPr>
      <p:pic>
        <p:nvPicPr>
          <p:cNvPr id="308" name="Summary photo 308"/>
          <p:cNvPicPr>
            <a:picLocks noChangeAspect="1"/>
          </p:cNvPicPr>
          <p:nvPr/>
        </p:nvPicPr>
        <p:blipFill>
          <a:blip r:embed="rId4"/>
          <a:srcRect l="1500" r="1500"/>
          <a:stretch>
            <a:fillRect/>
          </a:stretch>
        </p:blipFill>
        <p:spPr>
          <a:xfrm>
            <a:off x="457200" y="457200"/>
            <a:ext cx="2331720" cy="4224528"/>
          </a:xfrm>
          <a:prstGeom prst="roundRect">
            <a:avLst>
              <a:gd name="adj" fmla="val 7843"/>
            </a:avLst>
          </a:prstGeom>
          <a:ln w="9525">
            <a:solidFill>
              <a:srgbClr val="FFFFFF">
                <a:alpha val="18000"/>
              </a:srgbClr>
            </a:solidFill>
          </a:ln>
        </p:spPr>
      </p:pic>
      <p:sp>
        <p:nvSpPr>
          <p:cNvPr id="309" name="Kicker 309"/>
          <p:cNvSpPr txBox="1"/>
          <p:nvPr/>
        </p:nvSpPr>
        <p:spPr>
          <a:xfrm>
            <a:off x="3108960" y="365760"/>
            <a:ext cx="557784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12</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الخلاصة</a:t>
            </a:r>
            <a:endParaRPr lang="ar-SA" sz="1200" dirty="0"/>
          </a:p>
        </p:txBody>
      </p:sp>
      <p:sp>
        <p:nvSpPr>
          <p:cNvPr id="310" name="Title 310"/>
          <p:cNvSpPr txBox="1"/>
          <p:nvPr/>
        </p:nvSpPr>
        <p:spPr>
          <a:xfrm>
            <a:off x="3108960" y="603504"/>
            <a:ext cx="557784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ملخص</a:t>
            </a:r>
            <a:endParaRPr lang="ar-SA" sz="1200" dirty="0"/>
          </a:p>
        </p:txBody>
      </p:sp>
      <p:sp>
        <p:nvSpPr>
          <p:cNvPr id="311" name="Lead 311"/>
          <p:cNvSpPr txBox="1"/>
          <p:nvPr/>
        </p:nvSpPr>
        <p:spPr>
          <a:xfrm>
            <a:off x="3108960" y="1207008"/>
            <a:ext cx="5577840" cy="658368"/>
          </a:xfrm>
          <a:prstGeom prst="rect">
            <a:avLst/>
          </a:prstGeom>
          <a:noFill/>
          <a:ln>
            <a:noFill/>
          </a:ln>
        </p:spPr>
        <p:txBody>
          <a:bodyPr wrap="square" lIns="0" tIns="0" rIns="0" bIns="0" rtlCol="0" anchor="t">
            <a:noAutofit/>
          </a:bodyPr>
          <a:lstStyle/>
          <a:p>
            <a:pPr marL="0" indent="0" algn="r" rtl="1">
              <a:lnSpc>
                <a:spcPct val="115000"/>
              </a:lnSpc>
              <a:spcBef>
                <a:spcPts val="0"/>
              </a:spcBef>
              <a:spcAft>
                <a:spcPts val="0"/>
              </a:spcAft>
              <a:buNone/>
            </a:pPr>
            <a:r>
              <a:rPr lang="ar-SA" sz="1650" b="1" dirty="0">
                <a:solidFill>
                  <a:srgbClr val="F5F5F8"/>
                </a:solidFill>
                <a:latin typeface="Tajawal"/>
                <a:ea typeface="Tajawal"/>
                <a:cs typeface="Tajawal"/>
              </a:rPr>
              <a:t>سابق يحوّل الدرون من أداة مراقبة إلى عنصر ذكي واستباقي في إدارة الازدحام والطوارئ.</a:t>
            </a:r>
            <a:endParaRPr lang="ar-SA" sz="1200" dirty="0"/>
          </a:p>
        </p:txBody>
      </p:sp>
      <p:sp>
        <p:nvSpPr>
          <p:cNvPr id="312" name="Verb card 312"/>
          <p:cNvSpPr/>
          <p:nvPr/>
        </p:nvSpPr>
        <p:spPr>
          <a:xfrm>
            <a:off x="6918960" y="2011680"/>
            <a:ext cx="1767840" cy="1463040"/>
          </a:xfrm>
          <a:prstGeom prst="roundRect">
            <a:avLst>
              <a:gd name="adj" fmla="val 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13" name="Verb no 313"/>
          <p:cNvSpPr txBox="1"/>
          <p:nvPr/>
        </p:nvSpPr>
        <p:spPr>
          <a:xfrm>
            <a:off x="7065264" y="2139696"/>
            <a:ext cx="1475232"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01</a:t>
            </a:r>
            <a:endParaRPr lang="ar-SA" sz="1200" dirty="0"/>
          </a:p>
        </p:txBody>
      </p:sp>
      <p:sp>
        <p:nvSpPr>
          <p:cNvPr id="314" name="Verb 314"/>
          <p:cNvSpPr txBox="1"/>
          <p:nvPr/>
        </p:nvSpPr>
        <p:spPr>
          <a:xfrm>
            <a:off x="7065264" y="2432304"/>
            <a:ext cx="1475232"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750" b="1" dirty="0">
                <a:solidFill>
                  <a:srgbClr val="F5F5F8"/>
                </a:solidFill>
                <a:latin typeface="Tajawal"/>
                <a:ea typeface="Tajawal"/>
                <a:cs typeface="Tajawal"/>
              </a:rPr>
              <a:t>يرصد</a:t>
            </a:r>
            <a:endParaRPr lang="ar-SA" sz="1200" dirty="0"/>
          </a:p>
        </p:txBody>
      </p:sp>
      <p:sp>
        <p:nvSpPr>
          <p:cNvPr id="315" name="Verb text 315"/>
          <p:cNvSpPr txBox="1"/>
          <p:nvPr/>
        </p:nvSpPr>
        <p:spPr>
          <a:xfrm>
            <a:off x="7065264" y="2816352"/>
            <a:ext cx="1475232" cy="603504"/>
          </a:xfrm>
          <a:prstGeom prst="rect">
            <a:avLst/>
          </a:prstGeom>
          <a:noFill/>
          <a:ln>
            <a:noFill/>
          </a:ln>
        </p:spPr>
        <p:txBody>
          <a:bodyPr wrap="square" lIns="0" tIns="0" rIns="0" bIns="0" rtlCol="0" anchor="t">
            <a:noAutofit/>
          </a:bodyPr>
          <a:lstStyle/>
          <a:p>
            <a:pPr marL="0" indent="0" algn="r" rtl="1">
              <a:lnSpc>
                <a:spcPct val="105000"/>
              </a:lnSpc>
              <a:spcBef>
                <a:spcPts val="0"/>
              </a:spcBef>
              <a:spcAft>
                <a:spcPts val="0"/>
              </a:spcAft>
              <a:buNone/>
            </a:pPr>
            <a:r>
              <a:rPr lang="ar-SA" sz="1050" b="0" dirty="0">
                <a:solidFill>
                  <a:srgbClr val="B4B1CC"/>
                </a:solidFill>
                <a:latin typeface="Tajawal"/>
                <a:ea typeface="Tajawal"/>
                <a:cs typeface="Tajawal"/>
              </a:rPr>
              <a:t>كثافة المشاة لحظيًا من الجو.</a:t>
            </a:r>
            <a:endParaRPr lang="ar-SA" sz="1200" dirty="0"/>
          </a:p>
        </p:txBody>
      </p:sp>
      <p:sp>
        <p:nvSpPr>
          <p:cNvPr id="316" name="Verb card 316"/>
          <p:cNvSpPr/>
          <p:nvPr/>
        </p:nvSpPr>
        <p:spPr>
          <a:xfrm>
            <a:off x="5013960" y="2011680"/>
            <a:ext cx="1767840" cy="1463040"/>
          </a:xfrm>
          <a:prstGeom prst="roundRect">
            <a:avLst>
              <a:gd name="adj" fmla="val 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17" name="Verb no 317"/>
          <p:cNvSpPr txBox="1"/>
          <p:nvPr/>
        </p:nvSpPr>
        <p:spPr>
          <a:xfrm>
            <a:off x="5160264" y="2139696"/>
            <a:ext cx="1475232"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02</a:t>
            </a:r>
            <a:endParaRPr lang="ar-SA" sz="1200" dirty="0"/>
          </a:p>
        </p:txBody>
      </p:sp>
      <p:sp>
        <p:nvSpPr>
          <p:cNvPr id="318" name="Verb 318"/>
          <p:cNvSpPr txBox="1"/>
          <p:nvPr/>
        </p:nvSpPr>
        <p:spPr>
          <a:xfrm>
            <a:off x="5160264" y="2432304"/>
            <a:ext cx="1475232"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750" b="1" dirty="0">
                <a:solidFill>
                  <a:srgbClr val="F5F5F8"/>
                </a:solidFill>
                <a:latin typeface="Tajawal"/>
                <a:ea typeface="Tajawal"/>
                <a:cs typeface="Tajawal"/>
              </a:rPr>
              <a:t>يحلل</a:t>
            </a:r>
            <a:endParaRPr lang="ar-SA" sz="1200" dirty="0"/>
          </a:p>
        </p:txBody>
      </p:sp>
      <p:sp>
        <p:nvSpPr>
          <p:cNvPr id="319" name="Verb text 319"/>
          <p:cNvSpPr txBox="1"/>
          <p:nvPr/>
        </p:nvSpPr>
        <p:spPr>
          <a:xfrm>
            <a:off x="5160264" y="2816352"/>
            <a:ext cx="1475232" cy="603504"/>
          </a:xfrm>
          <a:prstGeom prst="rect">
            <a:avLst/>
          </a:prstGeom>
          <a:noFill/>
          <a:ln>
            <a:noFill/>
          </a:ln>
        </p:spPr>
        <p:txBody>
          <a:bodyPr wrap="square" lIns="0" tIns="0" rIns="0" bIns="0" rtlCol="0" anchor="t">
            <a:noAutofit/>
          </a:bodyPr>
          <a:lstStyle/>
          <a:p>
            <a:pPr marL="0" indent="0" algn="r" rtl="1">
              <a:lnSpc>
                <a:spcPct val="105000"/>
              </a:lnSpc>
              <a:spcBef>
                <a:spcPts val="0"/>
              </a:spcBef>
              <a:spcAft>
                <a:spcPts val="0"/>
              </a:spcAft>
              <a:buNone/>
            </a:pPr>
            <a:r>
              <a:rPr lang="ar-SA" sz="1050" b="0" dirty="0">
                <a:solidFill>
                  <a:srgbClr val="B4B1CC"/>
                </a:solidFill>
                <a:latin typeface="Tajawal"/>
                <a:ea typeface="Tajawal"/>
                <a:cs typeface="Tajawal"/>
              </a:rPr>
              <a:t>المسارات ويحدد الأقل ازدحامًا.</a:t>
            </a:r>
            <a:endParaRPr lang="ar-SA" sz="1200" dirty="0"/>
          </a:p>
        </p:txBody>
      </p:sp>
      <p:sp>
        <p:nvSpPr>
          <p:cNvPr id="320" name="Verb card 320"/>
          <p:cNvSpPr/>
          <p:nvPr/>
        </p:nvSpPr>
        <p:spPr>
          <a:xfrm>
            <a:off x="3108960" y="2011680"/>
            <a:ext cx="1767840" cy="1463040"/>
          </a:xfrm>
          <a:prstGeom prst="roundRect">
            <a:avLst>
              <a:gd name="adj" fmla="val 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21" name="Verb no 321"/>
          <p:cNvSpPr txBox="1"/>
          <p:nvPr/>
        </p:nvSpPr>
        <p:spPr>
          <a:xfrm>
            <a:off x="3255264" y="2139696"/>
            <a:ext cx="1475232"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03</a:t>
            </a:r>
            <a:endParaRPr lang="ar-SA" sz="1200" dirty="0"/>
          </a:p>
        </p:txBody>
      </p:sp>
      <p:sp>
        <p:nvSpPr>
          <p:cNvPr id="322" name="Verb 322"/>
          <p:cNvSpPr txBox="1"/>
          <p:nvPr/>
        </p:nvSpPr>
        <p:spPr>
          <a:xfrm>
            <a:off x="3255264" y="2432304"/>
            <a:ext cx="1475232"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750" b="1" dirty="0">
                <a:solidFill>
                  <a:srgbClr val="F5F5F8"/>
                </a:solidFill>
                <a:latin typeface="Tajawal"/>
                <a:ea typeface="Tajawal"/>
                <a:cs typeface="Tajawal"/>
              </a:rPr>
              <a:t>يتصرف</a:t>
            </a:r>
            <a:endParaRPr lang="ar-SA" sz="1200" dirty="0"/>
          </a:p>
        </p:txBody>
      </p:sp>
      <p:sp>
        <p:nvSpPr>
          <p:cNvPr id="323" name="Verb text 323"/>
          <p:cNvSpPr txBox="1"/>
          <p:nvPr/>
        </p:nvSpPr>
        <p:spPr>
          <a:xfrm>
            <a:off x="3255264" y="2816352"/>
            <a:ext cx="1475232" cy="603504"/>
          </a:xfrm>
          <a:prstGeom prst="rect">
            <a:avLst/>
          </a:prstGeom>
          <a:noFill/>
          <a:ln>
            <a:noFill/>
          </a:ln>
        </p:spPr>
        <p:txBody>
          <a:bodyPr wrap="square" lIns="0" tIns="0" rIns="0" bIns="0" rtlCol="0" anchor="t">
            <a:noAutofit/>
          </a:bodyPr>
          <a:lstStyle/>
          <a:p>
            <a:pPr marL="0" indent="0" algn="r" rtl="1">
              <a:lnSpc>
                <a:spcPct val="105000"/>
              </a:lnSpc>
              <a:spcBef>
                <a:spcPts val="0"/>
              </a:spcBef>
              <a:spcAft>
                <a:spcPts val="0"/>
              </a:spcAft>
              <a:buNone/>
            </a:pPr>
            <a:r>
              <a:rPr lang="ar-SA" sz="1050" b="0" dirty="0">
                <a:solidFill>
                  <a:srgbClr val="B4B1CC"/>
                </a:solidFill>
                <a:latin typeface="Tajawal"/>
                <a:ea typeface="Tajawal"/>
                <a:cs typeface="Tajawal"/>
              </a:rPr>
              <a:t>بتوجيه الدرون لإخلاء المسار قبل وصول مركبة الطوارئ.</a:t>
            </a:r>
            <a:endParaRPr lang="ar-SA" sz="1200" dirty="0"/>
          </a:p>
        </p:txBody>
      </p:sp>
      <p:sp>
        <p:nvSpPr>
          <p:cNvPr id="324" name="Result card 324"/>
          <p:cNvSpPr/>
          <p:nvPr/>
        </p:nvSpPr>
        <p:spPr>
          <a:xfrm>
            <a:off x="3108960" y="3621024"/>
            <a:ext cx="5577840" cy="841248"/>
          </a:xfrm>
          <a:prstGeom prst="roundRect">
            <a:avLst>
              <a:gd name="adj" fmla="val 15217"/>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25" name="Result text 325"/>
          <p:cNvSpPr txBox="1"/>
          <p:nvPr/>
        </p:nvSpPr>
        <p:spPr>
          <a:xfrm>
            <a:off x="3291840" y="3621024"/>
            <a:ext cx="5212080" cy="841248"/>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200"/>
              </a:spcAft>
              <a:buNone/>
            </a:pPr>
            <a:r>
              <a:rPr lang="ar-SA" sz="1200" b="1" dirty="0">
                <a:solidFill>
                  <a:srgbClr val="F5F5F8"/>
                </a:solidFill>
                <a:latin typeface="Tajawal"/>
                <a:ea typeface="Tajawal"/>
                <a:cs typeface="Tajawal"/>
              </a:rPr>
              <a:t>النتيجة</a:t>
            </a:r>
            <a:endParaRPr lang="ar-SA" sz="1200" dirty="0"/>
          </a:p>
          <a:p>
            <a:pPr marL="0" indent="0" algn="r" rtl="1">
              <a:lnSpc>
                <a:spcPct val="115000"/>
              </a:lnSpc>
              <a:spcBef>
                <a:spcPts val="0"/>
              </a:spcBef>
              <a:spcAft>
                <a:spcPts val="0"/>
              </a:spcAft>
              <a:buNone/>
            </a:pPr>
            <a:r>
              <a:rPr lang="ar-SA" sz="1300" b="0" dirty="0">
                <a:solidFill>
                  <a:srgbClr val="F5F5F8"/>
                </a:solidFill>
                <a:latin typeface="Tajawal"/>
                <a:ea typeface="Tajawal"/>
                <a:cs typeface="Tajawal"/>
              </a:rPr>
              <a:t>قرار أسرع، استجابة أكثر كفاءة، ومسار أكثر أمانًا داخل الفعاليات عالية الكثافة.</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9"/>
                                        </p:tgtEl>
                                        <p:attrNameLst>
                                          <p:attrName>style.visibility</p:attrName>
                                        </p:attrNameLst>
                                      </p:cBhvr>
                                      <p:to>
                                        <p:strVal val="visible"/>
                                      </p:to>
                                    </p:set>
                                    <p:animEffect transition="in" filter="fade">
                                      <p:cBhvr>
                                        <p:cTn id="7" dur="700"/>
                                        <p:tgtEl>
                                          <p:spTgt spid="309"/>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10"/>
                                        </p:tgtEl>
                                        <p:attrNameLst>
                                          <p:attrName>style.visibility</p:attrName>
                                        </p:attrNameLst>
                                      </p:cBhvr>
                                      <p:to>
                                        <p:strVal val="visible"/>
                                      </p:to>
                                    </p:set>
                                    <p:animEffect transition="in" filter="fade">
                                      <p:cBhvr>
                                        <p:cTn id="10" dur="600"/>
                                        <p:tgtEl>
                                          <p:spTgt spid="310"/>
                                        </p:tgtEl>
                                      </p:cBhvr>
                                    </p:animEffect>
                                    <p:anim calcmode="lin" valueType="num">
                                      <p:cBhvr>
                                        <p:cTn id="11" dur="600" fill="hold">
                                          <p:stCondLst>
                                            <p:cond delay="0"/>
                                          </p:stCondLst>
                                        </p:cTn>
                                        <p:tgtEl>
                                          <p:spTgt spid="310"/>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310"/>
                                        </p:tgtEl>
                                        <p:attrNameLst>
                                          <p:attrName>ppt_y</p:attrName>
                                        </p:attrNameLst>
                                      </p:cBhvr>
                                      <p:tavLst>
                                        <p:tav tm="0">
                                          <p:val>
                                            <p:strVal val="#ppt_y+0.04"/>
                                          </p:val>
                                        </p:tav>
                                        <p:tav tm="100000">
                                          <p:val>
                                            <p:strVal val="#ppt_y"/>
                                          </p:val>
                                        </p:tav>
                                      </p:tavLst>
                                    </p:anim>
                                  </p:childTnLst>
                                </p:cTn>
                              </p:par>
                              <p:par>
                                <p:cTn id="13" presetID="10" presetClass="entr" presetSubtype="0" fill="hold" grpId="0" nodeType="withEffect">
                                  <p:stCondLst>
                                    <p:cond delay="350"/>
                                  </p:stCondLst>
                                  <p:childTnLst>
                                    <p:set>
                                      <p:cBhvr>
                                        <p:cTn id="14" dur="1" fill="hold">
                                          <p:stCondLst>
                                            <p:cond delay="0"/>
                                          </p:stCondLst>
                                        </p:cTn>
                                        <p:tgtEl>
                                          <p:spTgt spid="308"/>
                                        </p:tgtEl>
                                        <p:attrNameLst>
                                          <p:attrName>style.visibility</p:attrName>
                                        </p:attrNameLst>
                                      </p:cBhvr>
                                      <p:to>
                                        <p:strVal val="visible"/>
                                      </p:to>
                                    </p:set>
                                    <p:animEffect transition="in" filter="fade">
                                      <p:cBhvr>
                                        <p:cTn id="15" dur="700"/>
                                        <p:tgtEl>
                                          <p:spTgt spid="308"/>
                                        </p:tgtEl>
                                      </p:cBhvr>
                                    </p:animEffect>
                                  </p:childTnLst>
                                </p:cTn>
                              </p:par>
                              <p:par>
                                <p:cTn id="16" presetID="42" presetClass="entr" presetSubtype="0" fill="hold" grpId="0" nodeType="withEffect">
                                  <p:stCondLst>
                                    <p:cond delay="510"/>
                                  </p:stCondLst>
                                  <p:childTnLst>
                                    <p:set>
                                      <p:cBhvr>
                                        <p:cTn id="17" dur="1" fill="hold">
                                          <p:stCondLst>
                                            <p:cond delay="0"/>
                                          </p:stCondLst>
                                        </p:cTn>
                                        <p:tgtEl>
                                          <p:spTgt spid="311"/>
                                        </p:tgtEl>
                                        <p:attrNameLst>
                                          <p:attrName>style.visibility</p:attrName>
                                        </p:attrNameLst>
                                      </p:cBhvr>
                                      <p:to>
                                        <p:strVal val="visible"/>
                                      </p:to>
                                    </p:set>
                                    <p:animEffect transition="in" filter="fade">
                                      <p:cBhvr>
                                        <p:cTn id="18" dur="600"/>
                                        <p:tgtEl>
                                          <p:spTgt spid="311"/>
                                        </p:tgtEl>
                                      </p:cBhvr>
                                    </p:animEffect>
                                    <p:anim calcmode="lin" valueType="num">
                                      <p:cBhvr>
                                        <p:cTn id="19" dur="600" fill="hold">
                                          <p:stCondLst>
                                            <p:cond delay="0"/>
                                          </p:stCondLst>
                                        </p:cTn>
                                        <p:tgtEl>
                                          <p:spTgt spid="311"/>
                                        </p:tgtEl>
                                        <p:attrNameLst>
                                          <p:attrName>ppt_x</p:attrName>
                                        </p:attrNameLst>
                                      </p:cBhvr>
                                      <p:tavLst>
                                        <p:tav tm="0">
                                          <p:val>
                                            <p:strVal val="#ppt_x"/>
                                          </p:val>
                                        </p:tav>
                                        <p:tav tm="100000">
                                          <p:val>
                                            <p:strVal val="#ppt_x"/>
                                          </p:val>
                                        </p:tav>
                                      </p:tavLst>
                                    </p:anim>
                                    <p:anim calcmode="lin" valueType="num">
                                      <p:cBhvr>
                                        <p:cTn id="20" dur="600" decel="100000" fill="hold">
                                          <p:stCondLst>
                                            <p:cond delay="0"/>
                                          </p:stCondLst>
                                        </p:cTn>
                                        <p:tgtEl>
                                          <p:spTgt spid="311"/>
                                        </p:tgtEl>
                                        <p:attrNameLst>
                                          <p:attrName>ppt_y</p:attrName>
                                        </p:attrNameLst>
                                      </p:cBhvr>
                                      <p:tavLst>
                                        <p:tav tm="0">
                                          <p:val>
                                            <p:strVal val="#ppt_y+0.04"/>
                                          </p:val>
                                        </p:tav>
                                        <p:tav tm="100000">
                                          <p:val>
                                            <p:strVal val="#ppt_y"/>
                                          </p:val>
                                        </p:tav>
                                      </p:tavLst>
                                    </p:anim>
                                  </p:childTnLst>
                                </p:cTn>
                              </p:par>
                              <p:par>
                                <p:cTn id="21" presetID="42" presetClass="entr" presetSubtype="0" fill="hold" grpId="0" nodeType="withEffect">
                                  <p:stCondLst>
                                    <p:cond delay="670"/>
                                  </p:stCondLst>
                                  <p:childTnLst>
                                    <p:set>
                                      <p:cBhvr>
                                        <p:cTn id="22" dur="1" fill="hold">
                                          <p:stCondLst>
                                            <p:cond delay="0"/>
                                          </p:stCondLst>
                                        </p:cTn>
                                        <p:tgtEl>
                                          <p:spTgt spid="312"/>
                                        </p:tgtEl>
                                        <p:attrNameLst>
                                          <p:attrName>style.visibility</p:attrName>
                                        </p:attrNameLst>
                                      </p:cBhvr>
                                      <p:to>
                                        <p:strVal val="visible"/>
                                      </p:to>
                                    </p:set>
                                    <p:animEffect transition="in" filter="fade">
                                      <p:cBhvr>
                                        <p:cTn id="23" dur="600"/>
                                        <p:tgtEl>
                                          <p:spTgt spid="312"/>
                                        </p:tgtEl>
                                      </p:cBhvr>
                                    </p:animEffect>
                                    <p:anim calcmode="lin" valueType="num">
                                      <p:cBhvr>
                                        <p:cTn id="24" dur="600" fill="hold">
                                          <p:stCondLst>
                                            <p:cond delay="0"/>
                                          </p:stCondLst>
                                        </p:cTn>
                                        <p:tgtEl>
                                          <p:spTgt spid="312"/>
                                        </p:tgtEl>
                                        <p:attrNameLst>
                                          <p:attrName>ppt_x</p:attrName>
                                        </p:attrNameLst>
                                      </p:cBhvr>
                                      <p:tavLst>
                                        <p:tav tm="0">
                                          <p:val>
                                            <p:strVal val="#ppt_x"/>
                                          </p:val>
                                        </p:tav>
                                        <p:tav tm="100000">
                                          <p:val>
                                            <p:strVal val="#ppt_x"/>
                                          </p:val>
                                        </p:tav>
                                      </p:tavLst>
                                    </p:anim>
                                    <p:anim calcmode="lin" valueType="num">
                                      <p:cBhvr>
                                        <p:cTn id="25" dur="600" decel="100000" fill="hold">
                                          <p:stCondLst>
                                            <p:cond delay="0"/>
                                          </p:stCondLst>
                                        </p:cTn>
                                        <p:tgtEl>
                                          <p:spTgt spid="312"/>
                                        </p:tgtEl>
                                        <p:attrNameLst>
                                          <p:attrName>ppt_y</p:attrName>
                                        </p:attrNameLst>
                                      </p:cBhvr>
                                      <p:tavLst>
                                        <p:tav tm="0">
                                          <p:val>
                                            <p:strVal val="#ppt_y+0.04"/>
                                          </p:val>
                                        </p:tav>
                                        <p:tav tm="100000">
                                          <p:val>
                                            <p:strVal val="#ppt_y"/>
                                          </p:val>
                                        </p:tav>
                                      </p:tavLst>
                                    </p:anim>
                                  </p:childTnLst>
                                </p:cTn>
                              </p:par>
                              <p:par>
                                <p:cTn id="26" presetID="42" presetClass="entr" presetSubtype="0" fill="hold" grpId="0" nodeType="withEffect">
                                  <p:stCondLst>
                                    <p:cond delay="670"/>
                                  </p:stCondLst>
                                  <p:childTnLst>
                                    <p:set>
                                      <p:cBhvr>
                                        <p:cTn id="27" dur="1" fill="hold">
                                          <p:stCondLst>
                                            <p:cond delay="0"/>
                                          </p:stCondLst>
                                        </p:cTn>
                                        <p:tgtEl>
                                          <p:spTgt spid="313"/>
                                        </p:tgtEl>
                                        <p:attrNameLst>
                                          <p:attrName>style.visibility</p:attrName>
                                        </p:attrNameLst>
                                      </p:cBhvr>
                                      <p:to>
                                        <p:strVal val="visible"/>
                                      </p:to>
                                    </p:set>
                                    <p:animEffect transition="in" filter="fade">
                                      <p:cBhvr>
                                        <p:cTn id="28" dur="600"/>
                                        <p:tgtEl>
                                          <p:spTgt spid="313"/>
                                        </p:tgtEl>
                                      </p:cBhvr>
                                    </p:animEffect>
                                    <p:anim calcmode="lin" valueType="num">
                                      <p:cBhvr>
                                        <p:cTn id="29" dur="600" fill="hold">
                                          <p:stCondLst>
                                            <p:cond delay="0"/>
                                          </p:stCondLst>
                                        </p:cTn>
                                        <p:tgtEl>
                                          <p:spTgt spid="313"/>
                                        </p:tgtEl>
                                        <p:attrNameLst>
                                          <p:attrName>ppt_x</p:attrName>
                                        </p:attrNameLst>
                                      </p:cBhvr>
                                      <p:tavLst>
                                        <p:tav tm="0">
                                          <p:val>
                                            <p:strVal val="#ppt_x"/>
                                          </p:val>
                                        </p:tav>
                                        <p:tav tm="100000">
                                          <p:val>
                                            <p:strVal val="#ppt_x"/>
                                          </p:val>
                                        </p:tav>
                                      </p:tavLst>
                                    </p:anim>
                                    <p:anim calcmode="lin" valueType="num">
                                      <p:cBhvr>
                                        <p:cTn id="30" dur="600" decel="100000" fill="hold">
                                          <p:stCondLst>
                                            <p:cond delay="0"/>
                                          </p:stCondLst>
                                        </p:cTn>
                                        <p:tgtEl>
                                          <p:spTgt spid="313"/>
                                        </p:tgtEl>
                                        <p:attrNameLst>
                                          <p:attrName>ppt_y</p:attrName>
                                        </p:attrNameLst>
                                      </p:cBhvr>
                                      <p:tavLst>
                                        <p:tav tm="0">
                                          <p:val>
                                            <p:strVal val="#ppt_y+0.04"/>
                                          </p:val>
                                        </p:tav>
                                        <p:tav tm="100000">
                                          <p:val>
                                            <p:strVal val="#ppt_y"/>
                                          </p:val>
                                        </p:tav>
                                      </p:tavLst>
                                    </p:anim>
                                  </p:childTnLst>
                                </p:cTn>
                              </p:par>
                              <p:par>
                                <p:cTn id="31" presetID="42" presetClass="entr" presetSubtype="0" fill="hold" grpId="0" nodeType="withEffect">
                                  <p:stCondLst>
                                    <p:cond delay="670"/>
                                  </p:stCondLst>
                                  <p:childTnLst>
                                    <p:set>
                                      <p:cBhvr>
                                        <p:cTn id="32" dur="1" fill="hold">
                                          <p:stCondLst>
                                            <p:cond delay="0"/>
                                          </p:stCondLst>
                                        </p:cTn>
                                        <p:tgtEl>
                                          <p:spTgt spid="314"/>
                                        </p:tgtEl>
                                        <p:attrNameLst>
                                          <p:attrName>style.visibility</p:attrName>
                                        </p:attrNameLst>
                                      </p:cBhvr>
                                      <p:to>
                                        <p:strVal val="visible"/>
                                      </p:to>
                                    </p:set>
                                    <p:animEffect transition="in" filter="fade">
                                      <p:cBhvr>
                                        <p:cTn id="33" dur="600"/>
                                        <p:tgtEl>
                                          <p:spTgt spid="314"/>
                                        </p:tgtEl>
                                      </p:cBhvr>
                                    </p:animEffect>
                                    <p:anim calcmode="lin" valueType="num">
                                      <p:cBhvr>
                                        <p:cTn id="34" dur="600" fill="hold">
                                          <p:stCondLst>
                                            <p:cond delay="0"/>
                                          </p:stCondLst>
                                        </p:cTn>
                                        <p:tgtEl>
                                          <p:spTgt spid="314"/>
                                        </p:tgtEl>
                                        <p:attrNameLst>
                                          <p:attrName>ppt_x</p:attrName>
                                        </p:attrNameLst>
                                      </p:cBhvr>
                                      <p:tavLst>
                                        <p:tav tm="0">
                                          <p:val>
                                            <p:strVal val="#ppt_x"/>
                                          </p:val>
                                        </p:tav>
                                        <p:tav tm="100000">
                                          <p:val>
                                            <p:strVal val="#ppt_x"/>
                                          </p:val>
                                        </p:tav>
                                      </p:tavLst>
                                    </p:anim>
                                    <p:anim calcmode="lin" valueType="num">
                                      <p:cBhvr>
                                        <p:cTn id="35" dur="600" decel="100000" fill="hold">
                                          <p:stCondLst>
                                            <p:cond delay="0"/>
                                          </p:stCondLst>
                                        </p:cTn>
                                        <p:tgtEl>
                                          <p:spTgt spid="314"/>
                                        </p:tgtEl>
                                        <p:attrNameLst>
                                          <p:attrName>ppt_y</p:attrName>
                                        </p:attrNameLst>
                                      </p:cBhvr>
                                      <p:tavLst>
                                        <p:tav tm="0">
                                          <p:val>
                                            <p:strVal val="#ppt_y+0.04"/>
                                          </p:val>
                                        </p:tav>
                                        <p:tav tm="100000">
                                          <p:val>
                                            <p:strVal val="#ppt_y"/>
                                          </p:val>
                                        </p:tav>
                                      </p:tavLst>
                                    </p:anim>
                                  </p:childTnLst>
                                </p:cTn>
                              </p:par>
                              <p:par>
                                <p:cTn id="36" presetID="42" presetClass="entr" presetSubtype="0" fill="hold" grpId="0" nodeType="withEffect">
                                  <p:stCondLst>
                                    <p:cond delay="670"/>
                                  </p:stCondLst>
                                  <p:childTnLst>
                                    <p:set>
                                      <p:cBhvr>
                                        <p:cTn id="37" dur="1" fill="hold">
                                          <p:stCondLst>
                                            <p:cond delay="0"/>
                                          </p:stCondLst>
                                        </p:cTn>
                                        <p:tgtEl>
                                          <p:spTgt spid="315"/>
                                        </p:tgtEl>
                                        <p:attrNameLst>
                                          <p:attrName>style.visibility</p:attrName>
                                        </p:attrNameLst>
                                      </p:cBhvr>
                                      <p:to>
                                        <p:strVal val="visible"/>
                                      </p:to>
                                    </p:set>
                                    <p:animEffect transition="in" filter="fade">
                                      <p:cBhvr>
                                        <p:cTn id="38" dur="600"/>
                                        <p:tgtEl>
                                          <p:spTgt spid="315"/>
                                        </p:tgtEl>
                                      </p:cBhvr>
                                    </p:animEffect>
                                    <p:anim calcmode="lin" valueType="num">
                                      <p:cBhvr>
                                        <p:cTn id="39" dur="600" fill="hold">
                                          <p:stCondLst>
                                            <p:cond delay="0"/>
                                          </p:stCondLst>
                                        </p:cTn>
                                        <p:tgtEl>
                                          <p:spTgt spid="315"/>
                                        </p:tgtEl>
                                        <p:attrNameLst>
                                          <p:attrName>ppt_x</p:attrName>
                                        </p:attrNameLst>
                                      </p:cBhvr>
                                      <p:tavLst>
                                        <p:tav tm="0">
                                          <p:val>
                                            <p:strVal val="#ppt_x"/>
                                          </p:val>
                                        </p:tav>
                                        <p:tav tm="100000">
                                          <p:val>
                                            <p:strVal val="#ppt_x"/>
                                          </p:val>
                                        </p:tav>
                                      </p:tavLst>
                                    </p:anim>
                                    <p:anim calcmode="lin" valueType="num">
                                      <p:cBhvr>
                                        <p:cTn id="40" dur="600" decel="100000" fill="hold">
                                          <p:stCondLst>
                                            <p:cond delay="0"/>
                                          </p:stCondLst>
                                        </p:cTn>
                                        <p:tgtEl>
                                          <p:spTgt spid="315"/>
                                        </p:tgtEl>
                                        <p:attrNameLst>
                                          <p:attrName>ppt_y</p:attrName>
                                        </p:attrNameLst>
                                      </p:cBhvr>
                                      <p:tavLst>
                                        <p:tav tm="0">
                                          <p:val>
                                            <p:strVal val="#ppt_y+0.04"/>
                                          </p:val>
                                        </p:tav>
                                        <p:tav tm="100000">
                                          <p:val>
                                            <p:strVal val="#ppt_y"/>
                                          </p:val>
                                        </p:tav>
                                      </p:tavLst>
                                    </p:anim>
                                  </p:childTnLst>
                                </p:cTn>
                              </p:par>
                              <p:par>
                                <p:cTn id="41" presetID="42" presetClass="entr" presetSubtype="0" fill="hold" grpId="0" nodeType="withEffect">
                                  <p:stCondLst>
                                    <p:cond delay="830"/>
                                  </p:stCondLst>
                                  <p:childTnLst>
                                    <p:set>
                                      <p:cBhvr>
                                        <p:cTn id="42" dur="1" fill="hold">
                                          <p:stCondLst>
                                            <p:cond delay="0"/>
                                          </p:stCondLst>
                                        </p:cTn>
                                        <p:tgtEl>
                                          <p:spTgt spid="316"/>
                                        </p:tgtEl>
                                        <p:attrNameLst>
                                          <p:attrName>style.visibility</p:attrName>
                                        </p:attrNameLst>
                                      </p:cBhvr>
                                      <p:to>
                                        <p:strVal val="visible"/>
                                      </p:to>
                                    </p:set>
                                    <p:animEffect transition="in" filter="fade">
                                      <p:cBhvr>
                                        <p:cTn id="43" dur="600"/>
                                        <p:tgtEl>
                                          <p:spTgt spid="316"/>
                                        </p:tgtEl>
                                      </p:cBhvr>
                                    </p:animEffect>
                                    <p:anim calcmode="lin" valueType="num">
                                      <p:cBhvr>
                                        <p:cTn id="44" dur="600" fill="hold">
                                          <p:stCondLst>
                                            <p:cond delay="0"/>
                                          </p:stCondLst>
                                        </p:cTn>
                                        <p:tgtEl>
                                          <p:spTgt spid="316"/>
                                        </p:tgtEl>
                                        <p:attrNameLst>
                                          <p:attrName>ppt_x</p:attrName>
                                        </p:attrNameLst>
                                      </p:cBhvr>
                                      <p:tavLst>
                                        <p:tav tm="0">
                                          <p:val>
                                            <p:strVal val="#ppt_x"/>
                                          </p:val>
                                        </p:tav>
                                        <p:tav tm="100000">
                                          <p:val>
                                            <p:strVal val="#ppt_x"/>
                                          </p:val>
                                        </p:tav>
                                      </p:tavLst>
                                    </p:anim>
                                    <p:anim calcmode="lin" valueType="num">
                                      <p:cBhvr>
                                        <p:cTn id="45" dur="600" decel="100000" fill="hold">
                                          <p:stCondLst>
                                            <p:cond delay="0"/>
                                          </p:stCondLst>
                                        </p:cTn>
                                        <p:tgtEl>
                                          <p:spTgt spid="316"/>
                                        </p:tgtEl>
                                        <p:attrNameLst>
                                          <p:attrName>ppt_y</p:attrName>
                                        </p:attrNameLst>
                                      </p:cBhvr>
                                      <p:tavLst>
                                        <p:tav tm="0">
                                          <p:val>
                                            <p:strVal val="#ppt_y+0.04"/>
                                          </p:val>
                                        </p:tav>
                                        <p:tav tm="100000">
                                          <p:val>
                                            <p:strVal val="#ppt_y"/>
                                          </p:val>
                                        </p:tav>
                                      </p:tavLst>
                                    </p:anim>
                                  </p:childTnLst>
                                </p:cTn>
                              </p:par>
                              <p:par>
                                <p:cTn id="46" presetID="42" presetClass="entr" presetSubtype="0" fill="hold" grpId="0" nodeType="withEffect">
                                  <p:stCondLst>
                                    <p:cond delay="830"/>
                                  </p:stCondLst>
                                  <p:childTnLst>
                                    <p:set>
                                      <p:cBhvr>
                                        <p:cTn id="47" dur="1" fill="hold">
                                          <p:stCondLst>
                                            <p:cond delay="0"/>
                                          </p:stCondLst>
                                        </p:cTn>
                                        <p:tgtEl>
                                          <p:spTgt spid="317"/>
                                        </p:tgtEl>
                                        <p:attrNameLst>
                                          <p:attrName>style.visibility</p:attrName>
                                        </p:attrNameLst>
                                      </p:cBhvr>
                                      <p:to>
                                        <p:strVal val="visible"/>
                                      </p:to>
                                    </p:set>
                                    <p:animEffect transition="in" filter="fade">
                                      <p:cBhvr>
                                        <p:cTn id="48" dur="600"/>
                                        <p:tgtEl>
                                          <p:spTgt spid="317"/>
                                        </p:tgtEl>
                                      </p:cBhvr>
                                    </p:animEffect>
                                    <p:anim calcmode="lin" valueType="num">
                                      <p:cBhvr>
                                        <p:cTn id="49" dur="600" fill="hold">
                                          <p:stCondLst>
                                            <p:cond delay="0"/>
                                          </p:stCondLst>
                                        </p:cTn>
                                        <p:tgtEl>
                                          <p:spTgt spid="317"/>
                                        </p:tgtEl>
                                        <p:attrNameLst>
                                          <p:attrName>ppt_x</p:attrName>
                                        </p:attrNameLst>
                                      </p:cBhvr>
                                      <p:tavLst>
                                        <p:tav tm="0">
                                          <p:val>
                                            <p:strVal val="#ppt_x"/>
                                          </p:val>
                                        </p:tav>
                                        <p:tav tm="100000">
                                          <p:val>
                                            <p:strVal val="#ppt_x"/>
                                          </p:val>
                                        </p:tav>
                                      </p:tavLst>
                                    </p:anim>
                                    <p:anim calcmode="lin" valueType="num">
                                      <p:cBhvr>
                                        <p:cTn id="50" dur="600" decel="100000" fill="hold">
                                          <p:stCondLst>
                                            <p:cond delay="0"/>
                                          </p:stCondLst>
                                        </p:cTn>
                                        <p:tgtEl>
                                          <p:spTgt spid="317"/>
                                        </p:tgtEl>
                                        <p:attrNameLst>
                                          <p:attrName>ppt_y</p:attrName>
                                        </p:attrNameLst>
                                      </p:cBhvr>
                                      <p:tavLst>
                                        <p:tav tm="0">
                                          <p:val>
                                            <p:strVal val="#ppt_y+0.04"/>
                                          </p:val>
                                        </p:tav>
                                        <p:tav tm="100000">
                                          <p:val>
                                            <p:strVal val="#ppt_y"/>
                                          </p:val>
                                        </p:tav>
                                      </p:tavLst>
                                    </p:anim>
                                  </p:childTnLst>
                                </p:cTn>
                              </p:par>
                              <p:par>
                                <p:cTn id="51" presetID="42" presetClass="entr" presetSubtype="0" fill="hold" grpId="0" nodeType="withEffect">
                                  <p:stCondLst>
                                    <p:cond delay="830"/>
                                  </p:stCondLst>
                                  <p:childTnLst>
                                    <p:set>
                                      <p:cBhvr>
                                        <p:cTn id="52" dur="1" fill="hold">
                                          <p:stCondLst>
                                            <p:cond delay="0"/>
                                          </p:stCondLst>
                                        </p:cTn>
                                        <p:tgtEl>
                                          <p:spTgt spid="318"/>
                                        </p:tgtEl>
                                        <p:attrNameLst>
                                          <p:attrName>style.visibility</p:attrName>
                                        </p:attrNameLst>
                                      </p:cBhvr>
                                      <p:to>
                                        <p:strVal val="visible"/>
                                      </p:to>
                                    </p:set>
                                    <p:animEffect transition="in" filter="fade">
                                      <p:cBhvr>
                                        <p:cTn id="53" dur="600"/>
                                        <p:tgtEl>
                                          <p:spTgt spid="318"/>
                                        </p:tgtEl>
                                      </p:cBhvr>
                                    </p:animEffect>
                                    <p:anim calcmode="lin" valueType="num">
                                      <p:cBhvr>
                                        <p:cTn id="54" dur="600" fill="hold">
                                          <p:stCondLst>
                                            <p:cond delay="0"/>
                                          </p:stCondLst>
                                        </p:cTn>
                                        <p:tgtEl>
                                          <p:spTgt spid="318"/>
                                        </p:tgtEl>
                                        <p:attrNameLst>
                                          <p:attrName>ppt_x</p:attrName>
                                        </p:attrNameLst>
                                      </p:cBhvr>
                                      <p:tavLst>
                                        <p:tav tm="0">
                                          <p:val>
                                            <p:strVal val="#ppt_x"/>
                                          </p:val>
                                        </p:tav>
                                        <p:tav tm="100000">
                                          <p:val>
                                            <p:strVal val="#ppt_x"/>
                                          </p:val>
                                        </p:tav>
                                      </p:tavLst>
                                    </p:anim>
                                    <p:anim calcmode="lin" valueType="num">
                                      <p:cBhvr>
                                        <p:cTn id="55" dur="600" decel="100000" fill="hold">
                                          <p:stCondLst>
                                            <p:cond delay="0"/>
                                          </p:stCondLst>
                                        </p:cTn>
                                        <p:tgtEl>
                                          <p:spTgt spid="318"/>
                                        </p:tgtEl>
                                        <p:attrNameLst>
                                          <p:attrName>ppt_y</p:attrName>
                                        </p:attrNameLst>
                                      </p:cBhvr>
                                      <p:tavLst>
                                        <p:tav tm="0">
                                          <p:val>
                                            <p:strVal val="#ppt_y+0.04"/>
                                          </p:val>
                                        </p:tav>
                                        <p:tav tm="100000">
                                          <p:val>
                                            <p:strVal val="#ppt_y"/>
                                          </p:val>
                                        </p:tav>
                                      </p:tavLst>
                                    </p:anim>
                                  </p:childTnLst>
                                </p:cTn>
                              </p:par>
                              <p:par>
                                <p:cTn id="56" presetID="42" presetClass="entr" presetSubtype="0" fill="hold" grpId="0" nodeType="withEffect">
                                  <p:stCondLst>
                                    <p:cond delay="830"/>
                                  </p:stCondLst>
                                  <p:childTnLst>
                                    <p:set>
                                      <p:cBhvr>
                                        <p:cTn id="57" dur="1" fill="hold">
                                          <p:stCondLst>
                                            <p:cond delay="0"/>
                                          </p:stCondLst>
                                        </p:cTn>
                                        <p:tgtEl>
                                          <p:spTgt spid="319"/>
                                        </p:tgtEl>
                                        <p:attrNameLst>
                                          <p:attrName>style.visibility</p:attrName>
                                        </p:attrNameLst>
                                      </p:cBhvr>
                                      <p:to>
                                        <p:strVal val="visible"/>
                                      </p:to>
                                    </p:set>
                                    <p:animEffect transition="in" filter="fade">
                                      <p:cBhvr>
                                        <p:cTn id="58" dur="600"/>
                                        <p:tgtEl>
                                          <p:spTgt spid="319"/>
                                        </p:tgtEl>
                                      </p:cBhvr>
                                    </p:animEffect>
                                    <p:anim calcmode="lin" valueType="num">
                                      <p:cBhvr>
                                        <p:cTn id="59" dur="600" fill="hold">
                                          <p:stCondLst>
                                            <p:cond delay="0"/>
                                          </p:stCondLst>
                                        </p:cTn>
                                        <p:tgtEl>
                                          <p:spTgt spid="319"/>
                                        </p:tgtEl>
                                        <p:attrNameLst>
                                          <p:attrName>ppt_x</p:attrName>
                                        </p:attrNameLst>
                                      </p:cBhvr>
                                      <p:tavLst>
                                        <p:tav tm="0">
                                          <p:val>
                                            <p:strVal val="#ppt_x"/>
                                          </p:val>
                                        </p:tav>
                                        <p:tav tm="100000">
                                          <p:val>
                                            <p:strVal val="#ppt_x"/>
                                          </p:val>
                                        </p:tav>
                                      </p:tavLst>
                                    </p:anim>
                                    <p:anim calcmode="lin" valueType="num">
                                      <p:cBhvr>
                                        <p:cTn id="60" dur="600" decel="100000" fill="hold">
                                          <p:stCondLst>
                                            <p:cond delay="0"/>
                                          </p:stCondLst>
                                        </p:cTn>
                                        <p:tgtEl>
                                          <p:spTgt spid="319"/>
                                        </p:tgtEl>
                                        <p:attrNameLst>
                                          <p:attrName>ppt_y</p:attrName>
                                        </p:attrNameLst>
                                      </p:cBhvr>
                                      <p:tavLst>
                                        <p:tav tm="0">
                                          <p:val>
                                            <p:strVal val="#ppt_y+0.04"/>
                                          </p:val>
                                        </p:tav>
                                        <p:tav tm="100000">
                                          <p:val>
                                            <p:strVal val="#ppt_y"/>
                                          </p:val>
                                        </p:tav>
                                      </p:tavLst>
                                    </p:anim>
                                  </p:childTnLst>
                                </p:cTn>
                              </p:par>
                              <p:par>
                                <p:cTn id="61" presetID="42" presetClass="entr" presetSubtype="0" fill="hold" grpId="0" nodeType="withEffect">
                                  <p:stCondLst>
                                    <p:cond delay="990"/>
                                  </p:stCondLst>
                                  <p:childTnLst>
                                    <p:set>
                                      <p:cBhvr>
                                        <p:cTn id="62" dur="1" fill="hold">
                                          <p:stCondLst>
                                            <p:cond delay="0"/>
                                          </p:stCondLst>
                                        </p:cTn>
                                        <p:tgtEl>
                                          <p:spTgt spid="320"/>
                                        </p:tgtEl>
                                        <p:attrNameLst>
                                          <p:attrName>style.visibility</p:attrName>
                                        </p:attrNameLst>
                                      </p:cBhvr>
                                      <p:to>
                                        <p:strVal val="visible"/>
                                      </p:to>
                                    </p:set>
                                    <p:animEffect transition="in" filter="fade">
                                      <p:cBhvr>
                                        <p:cTn id="63" dur="600"/>
                                        <p:tgtEl>
                                          <p:spTgt spid="320"/>
                                        </p:tgtEl>
                                      </p:cBhvr>
                                    </p:animEffect>
                                    <p:anim calcmode="lin" valueType="num">
                                      <p:cBhvr>
                                        <p:cTn id="64" dur="600" fill="hold">
                                          <p:stCondLst>
                                            <p:cond delay="0"/>
                                          </p:stCondLst>
                                        </p:cTn>
                                        <p:tgtEl>
                                          <p:spTgt spid="320"/>
                                        </p:tgtEl>
                                        <p:attrNameLst>
                                          <p:attrName>ppt_x</p:attrName>
                                        </p:attrNameLst>
                                      </p:cBhvr>
                                      <p:tavLst>
                                        <p:tav tm="0">
                                          <p:val>
                                            <p:strVal val="#ppt_x"/>
                                          </p:val>
                                        </p:tav>
                                        <p:tav tm="100000">
                                          <p:val>
                                            <p:strVal val="#ppt_x"/>
                                          </p:val>
                                        </p:tav>
                                      </p:tavLst>
                                    </p:anim>
                                    <p:anim calcmode="lin" valueType="num">
                                      <p:cBhvr>
                                        <p:cTn id="65" dur="600" decel="100000" fill="hold">
                                          <p:stCondLst>
                                            <p:cond delay="0"/>
                                          </p:stCondLst>
                                        </p:cTn>
                                        <p:tgtEl>
                                          <p:spTgt spid="320"/>
                                        </p:tgtEl>
                                        <p:attrNameLst>
                                          <p:attrName>ppt_y</p:attrName>
                                        </p:attrNameLst>
                                      </p:cBhvr>
                                      <p:tavLst>
                                        <p:tav tm="0">
                                          <p:val>
                                            <p:strVal val="#ppt_y+0.04"/>
                                          </p:val>
                                        </p:tav>
                                        <p:tav tm="100000">
                                          <p:val>
                                            <p:strVal val="#ppt_y"/>
                                          </p:val>
                                        </p:tav>
                                      </p:tavLst>
                                    </p:anim>
                                  </p:childTnLst>
                                </p:cTn>
                              </p:par>
                              <p:par>
                                <p:cTn id="66" presetID="42" presetClass="entr" presetSubtype="0" fill="hold" grpId="0" nodeType="withEffect">
                                  <p:stCondLst>
                                    <p:cond delay="990"/>
                                  </p:stCondLst>
                                  <p:childTnLst>
                                    <p:set>
                                      <p:cBhvr>
                                        <p:cTn id="67" dur="1" fill="hold">
                                          <p:stCondLst>
                                            <p:cond delay="0"/>
                                          </p:stCondLst>
                                        </p:cTn>
                                        <p:tgtEl>
                                          <p:spTgt spid="321"/>
                                        </p:tgtEl>
                                        <p:attrNameLst>
                                          <p:attrName>style.visibility</p:attrName>
                                        </p:attrNameLst>
                                      </p:cBhvr>
                                      <p:to>
                                        <p:strVal val="visible"/>
                                      </p:to>
                                    </p:set>
                                    <p:animEffect transition="in" filter="fade">
                                      <p:cBhvr>
                                        <p:cTn id="68" dur="600"/>
                                        <p:tgtEl>
                                          <p:spTgt spid="321"/>
                                        </p:tgtEl>
                                      </p:cBhvr>
                                    </p:animEffect>
                                    <p:anim calcmode="lin" valueType="num">
                                      <p:cBhvr>
                                        <p:cTn id="69" dur="600" fill="hold">
                                          <p:stCondLst>
                                            <p:cond delay="0"/>
                                          </p:stCondLst>
                                        </p:cTn>
                                        <p:tgtEl>
                                          <p:spTgt spid="321"/>
                                        </p:tgtEl>
                                        <p:attrNameLst>
                                          <p:attrName>ppt_x</p:attrName>
                                        </p:attrNameLst>
                                      </p:cBhvr>
                                      <p:tavLst>
                                        <p:tav tm="0">
                                          <p:val>
                                            <p:strVal val="#ppt_x"/>
                                          </p:val>
                                        </p:tav>
                                        <p:tav tm="100000">
                                          <p:val>
                                            <p:strVal val="#ppt_x"/>
                                          </p:val>
                                        </p:tav>
                                      </p:tavLst>
                                    </p:anim>
                                    <p:anim calcmode="lin" valueType="num">
                                      <p:cBhvr>
                                        <p:cTn id="70" dur="600" decel="100000" fill="hold">
                                          <p:stCondLst>
                                            <p:cond delay="0"/>
                                          </p:stCondLst>
                                        </p:cTn>
                                        <p:tgtEl>
                                          <p:spTgt spid="321"/>
                                        </p:tgtEl>
                                        <p:attrNameLst>
                                          <p:attrName>ppt_y</p:attrName>
                                        </p:attrNameLst>
                                      </p:cBhvr>
                                      <p:tavLst>
                                        <p:tav tm="0">
                                          <p:val>
                                            <p:strVal val="#ppt_y+0.04"/>
                                          </p:val>
                                        </p:tav>
                                        <p:tav tm="100000">
                                          <p:val>
                                            <p:strVal val="#ppt_y"/>
                                          </p:val>
                                        </p:tav>
                                      </p:tavLst>
                                    </p:anim>
                                  </p:childTnLst>
                                </p:cTn>
                              </p:par>
                              <p:par>
                                <p:cTn id="71" presetID="42" presetClass="entr" presetSubtype="0" fill="hold" grpId="0" nodeType="withEffect">
                                  <p:stCondLst>
                                    <p:cond delay="990"/>
                                  </p:stCondLst>
                                  <p:childTnLst>
                                    <p:set>
                                      <p:cBhvr>
                                        <p:cTn id="72" dur="1" fill="hold">
                                          <p:stCondLst>
                                            <p:cond delay="0"/>
                                          </p:stCondLst>
                                        </p:cTn>
                                        <p:tgtEl>
                                          <p:spTgt spid="322"/>
                                        </p:tgtEl>
                                        <p:attrNameLst>
                                          <p:attrName>style.visibility</p:attrName>
                                        </p:attrNameLst>
                                      </p:cBhvr>
                                      <p:to>
                                        <p:strVal val="visible"/>
                                      </p:to>
                                    </p:set>
                                    <p:animEffect transition="in" filter="fade">
                                      <p:cBhvr>
                                        <p:cTn id="73" dur="600"/>
                                        <p:tgtEl>
                                          <p:spTgt spid="322"/>
                                        </p:tgtEl>
                                      </p:cBhvr>
                                    </p:animEffect>
                                    <p:anim calcmode="lin" valueType="num">
                                      <p:cBhvr>
                                        <p:cTn id="74" dur="600" fill="hold">
                                          <p:stCondLst>
                                            <p:cond delay="0"/>
                                          </p:stCondLst>
                                        </p:cTn>
                                        <p:tgtEl>
                                          <p:spTgt spid="322"/>
                                        </p:tgtEl>
                                        <p:attrNameLst>
                                          <p:attrName>ppt_x</p:attrName>
                                        </p:attrNameLst>
                                      </p:cBhvr>
                                      <p:tavLst>
                                        <p:tav tm="0">
                                          <p:val>
                                            <p:strVal val="#ppt_x"/>
                                          </p:val>
                                        </p:tav>
                                        <p:tav tm="100000">
                                          <p:val>
                                            <p:strVal val="#ppt_x"/>
                                          </p:val>
                                        </p:tav>
                                      </p:tavLst>
                                    </p:anim>
                                    <p:anim calcmode="lin" valueType="num">
                                      <p:cBhvr>
                                        <p:cTn id="75" dur="600" decel="100000" fill="hold">
                                          <p:stCondLst>
                                            <p:cond delay="0"/>
                                          </p:stCondLst>
                                        </p:cTn>
                                        <p:tgtEl>
                                          <p:spTgt spid="322"/>
                                        </p:tgtEl>
                                        <p:attrNameLst>
                                          <p:attrName>ppt_y</p:attrName>
                                        </p:attrNameLst>
                                      </p:cBhvr>
                                      <p:tavLst>
                                        <p:tav tm="0">
                                          <p:val>
                                            <p:strVal val="#ppt_y+0.04"/>
                                          </p:val>
                                        </p:tav>
                                        <p:tav tm="100000">
                                          <p:val>
                                            <p:strVal val="#ppt_y"/>
                                          </p:val>
                                        </p:tav>
                                      </p:tavLst>
                                    </p:anim>
                                  </p:childTnLst>
                                </p:cTn>
                              </p:par>
                              <p:par>
                                <p:cTn id="76" presetID="42" presetClass="entr" presetSubtype="0" fill="hold" grpId="0" nodeType="withEffect">
                                  <p:stCondLst>
                                    <p:cond delay="990"/>
                                  </p:stCondLst>
                                  <p:childTnLst>
                                    <p:set>
                                      <p:cBhvr>
                                        <p:cTn id="77" dur="1" fill="hold">
                                          <p:stCondLst>
                                            <p:cond delay="0"/>
                                          </p:stCondLst>
                                        </p:cTn>
                                        <p:tgtEl>
                                          <p:spTgt spid="323"/>
                                        </p:tgtEl>
                                        <p:attrNameLst>
                                          <p:attrName>style.visibility</p:attrName>
                                        </p:attrNameLst>
                                      </p:cBhvr>
                                      <p:to>
                                        <p:strVal val="visible"/>
                                      </p:to>
                                    </p:set>
                                    <p:animEffect transition="in" filter="fade">
                                      <p:cBhvr>
                                        <p:cTn id="78" dur="600"/>
                                        <p:tgtEl>
                                          <p:spTgt spid="323"/>
                                        </p:tgtEl>
                                      </p:cBhvr>
                                    </p:animEffect>
                                    <p:anim calcmode="lin" valueType="num">
                                      <p:cBhvr>
                                        <p:cTn id="79" dur="600" fill="hold">
                                          <p:stCondLst>
                                            <p:cond delay="0"/>
                                          </p:stCondLst>
                                        </p:cTn>
                                        <p:tgtEl>
                                          <p:spTgt spid="323"/>
                                        </p:tgtEl>
                                        <p:attrNameLst>
                                          <p:attrName>ppt_x</p:attrName>
                                        </p:attrNameLst>
                                      </p:cBhvr>
                                      <p:tavLst>
                                        <p:tav tm="0">
                                          <p:val>
                                            <p:strVal val="#ppt_x"/>
                                          </p:val>
                                        </p:tav>
                                        <p:tav tm="100000">
                                          <p:val>
                                            <p:strVal val="#ppt_x"/>
                                          </p:val>
                                        </p:tav>
                                      </p:tavLst>
                                    </p:anim>
                                    <p:anim calcmode="lin" valueType="num">
                                      <p:cBhvr>
                                        <p:cTn id="80" dur="600" decel="100000" fill="hold">
                                          <p:stCondLst>
                                            <p:cond delay="0"/>
                                          </p:stCondLst>
                                        </p:cTn>
                                        <p:tgtEl>
                                          <p:spTgt spid="323"/>
                                        </p:tgtEl>
                                        <p:attrNameLst>
                                          <p:attrName>ppt_y</p:attrName>
                                        </p:attrNameLst>
                                      </p:cBhvr>
                                      <p:tavLst>
                                        <p:tav tm="0">
                                          <p:val>
                                            <p:strVal val="#ppt_y+0.04"/>
                                          </p:val>
                                        </p:tav>
                                        <p:tav tm="100000">
                                          <p:val>
                                            <p:strVal val="#ppt_y"/>
                                          </p:val>
                                        </p:tav>
                                      </p:tavLst>
                                    </p:anim>
                                  </p:childTnLst>
                                </p:cTn>
                              </p:par>
                              <p:par>
                                <p:cTn id="81" presetID="42" presetClass="entr" presetSubtype="0" fill="hold" grpId="0" nodeType="withEffect">
                                  <p:stCondLst>
                                    <p:cond delay="1150"/>
                                  </p:stCondLst>
                                  <p:childTnLst>
                                    <p:set>
                                      <p:cBhvr>
                                        <p:cTn id="82" dur="1" fill="hold">
                                          <p:stCondLst>
                                            <p:cond delay="0"/>
                                          </p:stCondLst>
                                        </p:cTn>
                                        <p:tgtEl>
                                          <p:spTgt spid="324"/>
                                        </p:tgtEl>
                                        <p:attrNameLst>
                                          <p:attrName>style.visibility</p:attrName>
                                        </p:attrNameLst>
                                      </p:cBhvr>
                                      <p:to>
                                        <p:strVal val="visible"/>
                                      </p:to>
                                    </p:set>
                                    <p:animEffect transition="in" filter="fade">
                                      <p:cBhvr>
                                        <p:cTn id="83" dur="600"/>
                                        <p:tgtEl>
                                          <p:spTgt spid="324"/>
                                        </p:tgtEl>
                                      </p:cBhvr>
                                    </p:animEffect>
                                    <p:anim calcmode="lin" valueType="num">
                                      <p:cBhvr>
                                        <p:cTn id="84" dur="600" fill="hold">
                                          <p:stCondLst>
                                            <p:cond delay="0"/>
                                          </p:stCondLst>
                                        </p:cTn>
                                        <p:tgtEl>
                                          <p:spTgt spid="324"/>
                                        </p:tgtEl>
                                        <p:attrNameLst>
                                          <p:attrName>ppt_x</p:attrName>
                                        </p:attrNameLst>
                                      </p:cBhvr>
                                      <p:tavLst>
                                        <p:tav tm="0">
                                          <p:val>
                                            <p:strVal val="#ppt_x"/>
                                          </p:val>
                                        </p:tav>
                                        <p:tav tm="100000">
                                          <p:val>
                                            <p:strVal val="#ppt_x"/>
                                          </p:val>
                                        </p:tav>
                                      </p:tavLst>
                                    </p:anim>
                                    <p:anim calcmode="lin" valueType="num">
                                      <p:cBhvr>
                                        <p:cTn id="85" dur="600" decel="100000" fill="hold">
                                          <p:stCondLst>
                                            <p:cond delay="0"/>
                                          </p:stCondLst>
                                        </p:cTn>
                                        <p:tgtEl>
                                          <p:spTgt spid="324"/>
                                        </p:tgtEl>
                                        <p:attrNameLst>
                                          <p:attrName>ppt_y</p:attrName>
                                        </p:attrNameLst>
                                      </p:cBhvr>
                                      <p:tavLst>
                                        <p:tav tm="0">
                                          <p:val>
                                            <p:strVal val="#ppt_y+0.04"/>
                                          </p:val>
                                        </p:tav>
                                        <p:tav tm="100000">
                                          <p:val>
                                            <p:strVal val="#ppt_y"/>
                                          </p:val>
                                        </p:tav>
                                      </p:tavLst>
                                    </p:anim>
                                  </p:childTnLst>
                                </p:cTn>
                              </p:par>
                              <p:par>
                                <p:cTn id="86" presetID="42" presetClass="entr" presetSubtype="0" fill="hold" grpId="0" nodeType="withEffect">
                                  <p:stCondLst>
                                    <p:cond delay="1150"/>
                                  </p:stCondLst>
                                  <p:childTnLst>
                                    <p:set>
                                      <p:cBhvr>
                                        <p:cTn id="87" dur="1" fill="hold">
                                          <p:stCondLst>
                                            <p:cond delay="0"/>
                                          </p:stCondLst>
                                        </p:cTn>
                                        <p:tgtEl>
                                          <p:spTgt spid="325"/>
                                        </p:tgtEl>
                                        <p:attrNameLst>
                                          <p:attrName>style.visibility</p:attrName>
                                        </p:attrNameLst>
                                      </p:cBhvr>
                                      <p:to>
                                        <p:strVal val="visible"/>
                                      </p:to>
                                    </p:set>
                                    <p:animEffect transition="in" filter="fade">
                                      <p:cBhvr>
                                        <p:cTn id="88" dur="600"/>
                                        <p:tgtEl>
                                          <p:spTgt spid="325"/>
                                        </p:tgtEl>
                                      </p:cBhvr>
                                    </p:animEffect>
                                    <p:anim calcmode="lin" valueType="num">
                                      <p:cBhvr>
                                        <p:cTn id="89" dur="600" fill="hold">
                                          <p:stCondLst>
                                            <p:cond delay="0"/>
                                          </p:stCondLst>
                                        </p:cTn>
                                        <p:tgtEl>
                                          <p:spTgt spid="325"/>
                                        </p:tgtEl>
                                        <p:attrNameLst>
                                          <p:attrName>ppt_x</p:attrName>
                                        </p:attrNameLst>
                                      </p:cBhvr>
                                      <p:tavLst>
                                        <p:tav tm="0">
                                          <p:val>
                                            <p:strVal val="#ppt_x"/>
                                          </p:val>
                                        </p:tav>
                                        <p:tav tm="100000">
                                          <p:val>
                                            <p:strVal val="#ppt_x"/>
                                          </p:val>
                                        </p:tav>
                                      </p:tavLst>
                                    </p:anim>
                                    <p:anim calcmode="lin" valueType="num">
                                      <p:cBhvr>
                                        <p:cTn id="90" dur="600" decel="100000" fill="hold">
                                          <p:stCondLst>
                                            <p:cond delay="0"/>
                                          </p:stCondLst>
                                        </p:cTn>
                                        <p:tgtEl>
                                          <p:spTgt spid="325"/>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 grpId="0" animBg="1"/>
      <p:bldP spid="309" grpId="0" animBg="1"/>
      <p:bldP spid="310" grpId="0" animBg="1"/>
      <p:bldP spid="311" grpId="0" animBg="1"/>
      <p:bldP spid="312" grpId="0" animBg="1"/>
      <p:bldP spid="313" grpId="0" animBg="1"/>
      <p:bldP spid="314" grpId="0" animBg="1"/>
      <p:bldP spid="315" grpId="0" animBg="1"/>
      <p:bldP spid="316" grpId="0" animBg="1"/>
      <p:bldP spid="317" grpId="0" animBg="1"/>
      <p:bldP spid="318" grpId="0" animBg="1"/>
      <p:bldP spid="319" grpId="0" animBg="1"/>
      <p:bldP spid="320" grpId="0" animBg="1"/>
      <p:bldP spid="321" grpId="0" animBg="1"/>
      <p:bldP spid="322" grpId="0" animBg="1"/>
      <p:bldP spid="323" grpId="0" animBg="1"/>
      <p:bldP spid="324" grpId="0" animBg="1"/>
      <p:bldP spid="32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2"/>
        <p:cNvGrpSpPr/>
        <p:nvPr/>
      </p:nvGrpSpPr>
      <p:grpSpPr>
        <a:xfrm>
          <a:off x="0" y="0"/>
          <a:ext cx="0" cy="0"/>
          <a:chOff x="0" y="0"/>
          <a:chExt cx="0" cy="0"/>
        </a:xfrm>
      </p:grpSpPr>
      <p:sp>
        <p:nvSpPr>
          <p:cNvPr id="326" name="Kicker 326"/>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13</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التحقق</a:t>
            </a:r>
            <a:endParaRPr lang="ar-SA" sz="1200" dirty="0"/>
          </a:p>
        </p:txBody>
      </p:sp>
      <p:sp>
        <p:nvSpPr>
          <p:cNvPr id="327" name="Title 327"/>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الاختبار / التحقق</a:t>
            </a:r>
            <a:endParaRPr lang="ar-SA" sz="1200" dirty="0"/>
          </a:p>
        </p:txBody>
      </p:sp>
      <p:sp>
        <p:nvSpPr>
          <p:cNvPr id="328" name="Test card 328"/>
          <p:cNvSpPr/>
          <p:nvPr/>
        </p:nvSpPr>
        <p:spPr>
          <a:xfrm>
            <a:off x="6065520" y="1298448"/>
            <a:ext cx="2621280" cy="1463040"/>
          </a:xfrm>
          <a:prstGeom prst="roundRect">
            <a:avLst>
              <a:gd name="adj" fmla="val 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29" name="Check 329"/>
          <p:cNvSpPr/>
          <p:nvPr/>
        </p:nvSpPr>
        <p:spPr>
          <a:xfrm>
            <a:off x="8174736" y="1481328"/>
            <a:ext cx="329184" cy="329184"/>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a:t>
            </a:r>
            <a:endParaRPr lang="ar-SA" sz="1200" dirty="0"/>
          </a:p>
        </p:txBody>
      </p:sp>
      <p:sp>
        <p:nvSpPr>
          <p:cNvPr id="330" name="Test title 330"/>
          <p:cNvSpPr txBox="1"/>
          <p:nvPr/>
        </p:nvSpPr>
        <p:spPr>
          <a:xfrm>
            <a:off x="6248400" y="1481328"/>
            <a:ext cx="1798320" cy="32918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1400" b="1" dirty="0">
                <a:solidFill>
                  <a:srgbClr val="F5F5F8"/>
                </a:solidFill>
                <a:latin typeface="Tajawal"/>
                <a:ea typeface="Tajawal"/>
                <a:cs typeface="Tajawal"/>
              </a:rPr>
              <a:t>الرؤية الحاسوبية</a:t>
            </a:r>
            <a:endParaRPr lang="ar-SA" sz="1200" dirty="0"/>
          </a:p>
        </p:txBody>
      </p:sp>
      <p:sp>
        <p:nvSpPr>
          <p:cNvPr id="331" name="Test text 331"/>
          <p:cNvSpPr txBox="1"/>
          <p:nvPr/>
        </p:nvSpPr>
        <p:spPr>
          <a:xfrm>
            <a:off x="6248400" y="1920240"/>
            <a:ext cx="2255520" cy="731520"/>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تشغيل نموذج YOLO بنجاح لاكتشاف المشاة وتحليل كثافتهم داخل بيئة Gazebo.</a:t>
            </a:r>
            <a:endParaRPr lang="ar-SA" sz="1200" dirty="0"/>
          </a:p>
        </p:txBody>
      </p:sp>
      <p:sp>
        <p:nvSpPr>
          <p:cNvPr id="332" name="Test card 332"/>
          <p:cNvSpPr/>
          <p:nvPr/>
        </p:nvSpPr>
        <p:spPr>
          <a:xfrm>
            <a:off x="3261360" y="1298448"/>
            <a:ext cx="2621280" cy="1463040"/>
          </a:xfrm>
          <a:prstGeom prst="roundRect">
            <a:avLst>
              <a:gd name="adj" fmla="val 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33" name="Check 333"/>
          <p:cNvSpPr/>
          <p:nvPr/>
        </p:nvSpPr>
        <p:spPr>
          <a:xfrm>
            <a:off x="5370576" y="1481328"/>
            <a:ext cx="329184" cy="329184"/>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a:t>
            </a:r>
            <a:endParaRPr lang="ar-SA" sz="1200" dirty="0"/>
          </a:p>
        </p:txBody>
      </p:sp>
      <p:sp>
        <p:nvSpPr>
          <p:cNvPr id="334" name="Test title 334"/>
          <p:cNvSpPr txBox="1"/>
          <p:nvPr/>
        </p:nvSpPr>
        <p:spPr>
          <a:xfrm>
            <a:off x="3444240" y="1481328"/>
            <a:ext cx="1798320" cy="32918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1400" b="1" dirty="0">
                <a:solidFill>
                  <a:srgbClr val="F5F5F8"/>
                </a:solidFill>
                <a:latin typeface="Tajawal"/>
                <a:ea typeface="Tajawal"/>
                <a:cs typeface="Tajawal"/>
              </a:rPr>
              <a:t>تكامل الأنظمة</a:t>
            </a:r>
            <a:endParaRPr lang="ar-SA" sz="1200" dirty="0"/>
          </a:p>
        </p:txBody>
      </p:sp>
      <p:sp>
        <p:nvSpPr>
          <p:cNvPr id="335" name="Test text 335"/>
          <p:cNvSpPr txBox="1"/>
          <p:nvPr/>
        </p:nvSpPr>
        <p:spPr>
          <a:xfrm>
            <a:off x="3444240" y="1920240"/>
            <a:ext cx="2255520" cy="731520"/>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ربط Gazebo مع ROS 2 وتبادل البيانات بين عُقد النظام بنجاح.</a:t>
            </a:r>
            <a:endParaRPr lang="ar-SA" sz="1200" dirty="0"/>
          </a:p>
        </p:txBody>
      </p:sp>
      <p:sp>
        <p:nvSpPr>
          <p:cNvPr id="336" name="Test card 336"/>
          <p:cNvSpPr/>
          <p:nvPr/>
        </p:nvSpPr>
        <p:spPr>
          <a:xfrm>
            <a:off x="457200" y="1298448"/>
            <a:ext cx="2621280" cy="1463040"/>
          </a:xfrm>
          <a:prstGeom prst="roundRect">
            <a:avLst>
              <a:gd name="adj" fmla="val 87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37" name="Check 337"/>
          <p:cNvSpPr/>
          <p:nvPr/>
        </p:nvSpPr>
        <p:spPr>
          <a:xfrm>
            <a:off x="2566416" y="1481328"/>
            <a:ext cx="329184" cy="329184"/>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a:t>
            </a:r>
            <a:endParaRPr lang="ar-SA" sz="1200" dirty="0"/>
          </a:p>
        </p:txBody>
      </p:sp>
      <p:sp>
        <p:nvSpPr>
          <p:cNvPr id="338" name="Test title 338"/>
          <p:cNvSpPr txBox="1"/>
          <p:nvPr/>
        </p:nvSpPr>
        <p:spPr>
          <a:xfrm>
            <a:off x="640080" y="1481328"/>
            <a:ext cx="1798320" cy="32918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1400" b="1" dirty="0">
                <a:solidFill>
                  <a:srgbClr val="F5F5F8"/>
                </a:solidFill>
                <a:latin typeface="Tajawal"/>
                <a:ea typeface="Tajawal"/>
                <a:cs typeface="Tajawal"/>
              </a:rPr>
              <a:t>اختيار المسار</a:t>
            </a:r>
            <a:endParaRPr lang="ar-SA" sz="1200" dirty="0"/>
          </a:p>
        </p:txBody>
      </p:sp>
      <p:sp>
        <p:nvSpPr>
          <p:cNvPr id="339" name="Test text 339"/>
          <p:cNvSpPr txBox="1"/>
          <p:nvPr/>
        </p:nvSpPr>
        <p:spPr>
          <a:xfrm>
            <a:off x="640080" y="1920240"/>
            <a:ext cx="2255520" cy="731520"/>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اختبار ثلاثة مسارات بكثافات مختلفة، واختيار المسار الأقل زمنًا بناءً على المسافة وعدد المشاة.</a:t>
            </a:r>
            <a:endParaRPr lang="ar-SA" sz="1200" dirty="0"/>
          </a:p>
        </p:txBody>
      </p:sp>
      <p:sp>
        <p:nvSpPr>
          <p:cNvPr id="340" name="Test card 340"/>
          <p:cNvSpPr/>
          <p:nvPr/>
        </p:nvSpPr>
        <p:spPr>
          <a:xfrm>
            <a:off x="4663440" y="2944368"/>
            <a:ext cx="4023360" cy="1325880"/>
          </a:xfrm>
          <a:prstGeom prst="roundRect">
            <a:avLst>
              <a:gd name="adj" fmla="val 9655"/>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41" name="Check 341"/>
          <p:cNvSpPr/>
          <p:nvPr/>
        </p:nvSpPr>
        <p:spPr>
          <a:xfrm>
            <a:off x="8174736" y="3127248"/>
            <a:ext cx="329184" cy="329184"/>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a:t>
            </a:r>
            <a:endParaRPr lang="ar-SA" sz="1200" dirty="0"/>
          </a:p>
        </p:txBody>
      </p:sp>
      <p:sp>
        <p:nvSpPr>
          <p:cNvPr id="342" name="Test title 342"/>
          <p:cNvSpPr txBox="1"/>
          <p:nvPr/>
        </p:nvSpPr>
        <p:spPr>
          <a:xfrm>
            <a:off x="4846320" y="3127248"/>
            <a:ext cx="3200400" cy="32918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1400" b="1" dirty="0">
                <a:solidFill>
                  <a:srgbClr val="F5F5F8"/>
                </a:solidFill>
                <a:latin typeface="Tajawal"/>
                <a:ea typeface="Tajawal"/>
                <a:cs typeface="Tajawal"/>
              </a:rPr>
              <a:t>التحكم الذاتي</a:t>
            </a:r>
            <a:endParaRPr lang="ar-SA" sz="1200" dirty="0"/>
          </a:p>
        </p:txBody>
      </p:sp>
      <p:sp>
        <p:nvSpPr>
          <p:cNvPr id="343" name="Test text 343"/>
          <p:cNvSpPr txBox="1"/>
          <p:nvPr/>
        </p:nvSpPr>
        <p:spPr>
          <a:xfrm>
            <a:off x="4846320" y="3566160"/>
            <a:ext cx="3657600" cy="594360"/>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B4B1CC"/>
                </a:solidFill>
                <a:latin typeface="Tajawal"/>
                <a:ea typeface="Tajawal"/>
                <a:cs typeface="Tajawal"/>
              </a:rPr>
              <a:t>ربط نظام اتخاذ القرار مع Mission Controller لتنفيذ المسار المختار تلقائيًا.</a:t>
            </a:r>
            <a:endParaRPr lang="ar-SA" sz="1200" dirty="0"/>
          </a:p>
        </p:txBody>
      </p:sp>
      <p:sp>
        <p:nvSpPr>
          <p:cNvPr id="344" name="Test card 344"/>
          <p:cNvSpPr/>
          <p:nvPr/>
        </p:nvSpPr>
        <p:spPr>
          <a:xfrm>
            <a:off x="457200" y="2944368"/>
            <a:ext cx="4023360" cy="1325880"/>
          </a:xfrm>
          <a:prstGeom prst="roundRect">
            <a:avLst>
              <a:gd name="adj" fmla="val 9655"/>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45" name="Check 345"/>
          <p:cNvSpPr/>
          <p:nvPr/>
        </p:nvSpPr>
        <p:spPr>
          <a:xfrm>
            <a:off x="3968496" y="3127248"/>
            <a:ext cx="329184" cy="329184"/>
          </a:xfrm>
          <a:prstGeom prst="ellipse">
            <a:avLst/>
          </a:prstGeom>
          <a:gradFill rotWithShape="1">
            <a:gsLst>
              <a:gs pos="0">
                <a:srgbClr val="8F82F5"/>
              </a:gs>
              <a:gs pos="100000">
                <a:srgbClr val="FF4D6D"/>
              </a:gs>
            </a:gsLst>
            <a:lin ang="2700000" scaled="0"/>
          </a:gradFill>
          <a:ln>
            <a:noFill/>
          </a:ln>
        </p:spPr>
        <p:txBody>
          <a:bodyPr wrap="square" lIns="0" tIns="0" rIns="0" bIns="0" rtlCol="0" anchor="ctr">
            <a:noAutofit/>
          </a:bodyPr>
          <a:lstStyle/>
          <a:p>
            <a:pPr marL="0" indent="0" algn="ctr" rtl="0">
              <a:lnSpc>
                <a:spcPct val="100000"/>
              </a:lnSpc>
              <a:spcBef>
                <a:spcPts val="0"/>
              </a:spcBef>
              <a:spcAft>
                <a:spcPts val="0"/>
              </a:spcAft>
              <a:buNone/>
            </a:pPr>
            <a:r>
              <a:rPr lang="en-US" sz="1300" b="1" dirty="0">
                <a:solidFill>
                  <a:srgbClr val="FFFFFF"/>
                </a:solidFill>
                <a:latin typeface="Tajawal"/>
                <a:ea typeface="Tajawal"/>
                <a:cs typeface="Tajawal"/>
              </a:rPr>
              <a:t>✓</a:t>
            </a:r>
            <a:endParaRPr lang="ar-SA" sz="1200" dirty="0"/>
          </a:p>
        </p:txBody>
      </p:sp>
      <p:sp>
        <p:nvSpPr>
          <p:cNvPr id="346" name="Test title 346"/>
          <p:cNvSpPr txBox="1"/>
          <p:nvPr/>
        </p:nvSpPr>
        <p:spPr>
          <a:xfrm>
            <a:off x="640080" y="3127248"/>
            <a:ext cx="3200400" cy="32918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1400" b="1" dirty="0">
                <a:solidFill>
                  <a:srgbClr val="F5F5F8"/>
                </a:solidFill>
                <a:latin typeface="Tajawal"/>
                <a:ea typeface="Tajawal"/>
                <a:cs typeface="Tajawal"/>
              </a:rPr>
              <a:t>الاختبار الشامل (End-to-End)</a:t>
            </a:r>
            <a:endParaRPr lang="ar-SA" sz="1200" dirty="0"/>
          </a:p>
        </p:txBody>
      </p:sp>
      <p:sp>
        <p:nvSpPr>
          <p:cNvPr id="347" name="Test text 347"/>
          <p:cNvSpPr txBox="1"/>
          <p:nvPr/>
        </p:nvSpPr>
        <p:spPr>
          <a:xfrm>
            <a:off x="640080" y="3566160"/>
            <a:ext cx="3657600" cy="594360"/>
          </a:xfrm>
          <a:prstGeom prst="rect">
            <a:avLst/>
          </a:prstGeom>
          <a:noFill/>
          <a:ln>
            <a:noFill/>
          </a:ln>
        </p:spPr>
        <p:txBody>
          <a:bodyPr wrap="square" lIns="0" tIns="0" rIns="0" bIns="0" rtlCol="0" anchor="t">
            <a:noAutofit/>
          </a:bodyPr>
          <a:lstStyle/>
          <a:p>
            <a:pPr marL="0" indent="0" algn="r" rtl="1">
              <a:lnSpc>
                <a:spcPct val="110000"/>
              </a:lnSpc>
              <a:spcBef>
                <a:spcPts val="0"/>
              </a:spcBef>
              <a:spcAft>
                <a:spcPts val="0"/>
              </a:spcAft>
              <a:buNone/>
            </a:pPr>
            <a:r>
              <a:rPr lang="ar-SA" sz="1150" b="0" dirty="0">
                <a:solidFill>
                  <a:srgbClr val="F5F5F8"/>
                </a:solidFill>
                <a:latin typeface="Tajawal"/>
                <a:ea typeface="Tajawal"/>
                <a:cs typeface="Tajawal"/>
              </a:rPr>
              <a:t>التحقق من تسلسل عمل النظام، بدءًا من رصد المشاة وحتى توجيه الدرون ومرافقة مركبة الطوارئ.</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700"/>
                                        <p:tgtEl>
                                          <p:spTgt spid="326"/>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27"/>
                                        </p:tgtEl>
                                        <p:attrNameLst>
                                          <p:attrName>style.visibility</p:attrName>
                                        </p:attrNameLst>
                                      </p:cBhvr>
                                      <p:to>
                                        <p:strVal val="visible"/>
                                      </p:to>
                                    </p:set>
                                    <p:animEffect transition="in" filter="fade">
                                      <p:cBhvr>
                                        <p:cTn id="10" dur="600"/>
                                        <p:tgtEl>
                                          <p:spTgt spid="327"/>
                                        </p:tgtEl>
                                      </p:cBhvr>
                                    </p:animEffect>
                                    <p:anim calcmode="lin" valueType="num">
                                      <p:cBhvr>
                                        <p:cTn id="11" dur="600" fill="hold">
                                          <p:stCondLst>
                                            <p:cond delay="0"/>
                                          </p:stCondLst>
                                        </p:cTn>
                                        <p:tgtEl>
                                          <p:spTgt spid="327"/>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327"/>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328"/>
                                        </p:tgtEl>
                                        <p:attrNameLst>
                                          <p:attrName>style.visibility</p:attrName>
                                        </p:attrNameLst>
                                      </p:cBhvr>
                                      <p:to>
                                        <p:strVal val="visible"/>
                                      </p:to>
                                    </p:set>
                                    <p:animEffect transition="in" filter="fade">
                                      <p:cBhvr>
                                        <p:cTn id="15" dur="600"/>
                                        <p:tgtEl>
                                          <p:spTgt spid="328"/>
                                        </p:tgtEl>
                                      </p:cBhvr>
                                    </p:animEffect>
                                    <p:anim calcmode="lin" valueType="num">
                                      <p:cBhvr>
                                        <p:cTn id="16" dur="600" fill="hold">
                                          <p:stCondLst>
                                            <p:cond delay="0"/>
                                          </p:stCondLst>
                                        </p:cTn>
                                        <p:tgtEl>
                                          <p:spTgt spid="328"/>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328"/>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329"/>
                                        </p:tgtEl>
                                        <p:attrNameLst>
                                          <p:attrName>style.visibility</p:attrName>
                                        </p:attrNameLst>
                                      </p:cBhvr>
                                      <p:to>
                                        <p:strVal val="visible"/>
                                      </p:to>
                                    </p:set>
                                    <p:animEffect transition="in" filter="fade">
                                      <p:cBhvr>
                                        <p:cTn id="20" dur="600"/>
                                        <p:tgtEl>
                                          <p:spTgt spid="329"/>
                                        </p:tgtEl>
                                      </p:cBhvr>
                                    </p:animEffect>
                                    <p:anim calcmode="lin" valueType="num">
                                      <p:cBhvr>
                                        <p:cTn id="21" dur="600" fill="hold">
                                          <p:stCondLst>
                                            <p:cond delay="0"/>
                                          </p:stCondLst>
                                        </p:cTn>
                                        <p:tgtEl>
                                          <p:spTgt spid="329"/>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329"/>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330"/>
                                        </p:tgtEl>
                                        <p:attrNameLst>
                                          <p:attrName>style.visibility</p:attrName>
                                        </p:attrNameLst>
                                      </p:cBhvr>
                                      <p:to>
                                        <p:strVal val="visible"/>
                                      </p:to>
                                    </p:set>
                                    <p:animEffect transition="in" filter="fade">
                                      <p:cBhvr>
                                        <p:cTn id="25" dur="600"/>
                                        <p:tgtEl>
                                          <p:spTgt spid="330"/>
                                        </p:tgtEl>
                                      </p:cBhvr>
                                    </p:animEffect>
                                    <p:anim calcmode="lin" valueType="num">
                                      <p:cBhvr>
                                        <p:cTn id="26" dur="600" fill="hold">
                                          <p:stCondLst>
                                            <p:cond delay="0"/>
                                          </p:stCondLst>
                                        </p:cTn>
                                        <p:tgtEl>
                                          <p:spTgt spid="330"/>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330"/>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350"/>
                                  </p:stCondLst>
                                  <p:childTnLst>
                                    <p:set>
                                      <p:cBhvr>
                                        <p:cTn id="29" dur="1" fill="hold">
                                          <p:stCondLst>
                                            <p:cond delay="0"/>
                                          </p:stCondLst>
                                        </p:cTn>
                                        <p:tgtEl>
                                          <p:spTgt spid="331"/>
                                        </p:tgtEl>
                                        <p:attrNameLst>
                                          <p:attrName>style.visibility</p:attrName>
                                        </p:attrNameLst>
                                      </p:cBhvr>
                                      <p:to>
                                        <p:strVal val="visible"/>
                                      </p:to>
                                    </p:set>
                                    <p:animEffect transition="in" filter="fade">
                                      <p:cBhvr>
                                        <p:cTn id="30" dur="600"/>
                                        <p:tgtEl>
                                          <p:spTgt spid="331"/>
                                        </p:tgtEl>
                                      </p:cBhvr>
                                    </p:animEffect>
                                    <p:anim calcmode="lin" valueType="num">
                                      <p:cBhvr>
                                        <p:cTn id="31" dur="600" fill="hold">
                                          <p:stCondLst>
                                            <p:cond delay="0"/>
                                          </p:stCondLst>
                                        </p:cTn>
                                        <p:tgtEl>
                                          <p:spTgt spid="331"/>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331"/>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510"/>
                                  </p:stCondLst>
                                  <p:childTnLst>
                                    <p:set>
                                      <p:cBhvr>
                                        <p:cTn id="34" dur="1" fill="hold">
                                          <p:stCondLst>
                                            <p:cond delay="0"/>
                                          </p:stCondLst>
                                        </p:cTn>
                                        <p:tgtEl>
                                          <p:spTgt spid="332"/>
                                        </p:tgtEl>
                                        <p:attrNameLst>
                                          <p:attrName>style.visibility</p:attrName>
                                        </p:attrNameLst>
                                      </p:cBhvr>
                                      <p:to>
                                        <p:strVal val="visible"/>
                                      </p:to>
                                    </p:set>
                                    <p:animEffect transition="in" filter="fade">
                                      <p:cBhvr>
                                        <p:cTn id="35" dur="600"/>
                                        <p:tgtEl>
                                          <p:spTgt spid="332"/>
                                        </p:tgtEl>
                                      </p:cBhvr>
                                    </p:animEffect>
                                    <p:anim calcmode="lin" valueType="num">
                                      <p:cBhvr>
                                        <p:cTn id="36" dur="600" fill="hold">
                                          <p:stCondLst>
                                            <p:cond delay="0"/>
                                          </p:stCondLst>
                                        </p:cTn>
                                        <p:tgtEl>
                                          <p:spTgt spid="332"/>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332"/>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510"/>
                                  </p:stCondLst>
                                  <p:childTnLst>
                                    <p:set>
                                      <p:cBhvr>
                                        <p:cTn id="39" dur="1" fill="hold">
                                          <p:stCondLst>
                                            <p:cond delay="0"/>
                                          </p:stCondLst>
                                        </p:cTn>
                                        <p:tgtEl>
                                          <p:spTgt spid="333"/>
                                        </p:tgtEl>
                                        <p:attrNameLst>
                                          <p:attrName>style.visibility</p:attrName>
                                        </p:attrNameLst>
                                      </p:cBhvr>
                                      <p:to>
                                        <p:strVal val="visible"/>
                                      </p:to>
                                    </p:set>
                                    <p:animEffect transition="in" filter="fade">
                                      <p:cBhvr>
                                        <p:cTn id="40" dur="600"/>
                                        <p:tgtEl>
                                          <p:spTgt spid="333"/>
                                        </p:tgtEl>
                                      </p:cBhvr>
                                    </p:animEffect>
                                    <p:anim calcmode="lin" valueType="num">
                                      <p:cBhvr>
                                        <p:cTn id="41" dur="600" fill="hold">
                                          <p:stCondLst>
                                            <p:cond delay="0"/>
                                          </p:stCondLst>
                                        </p:cTn>
                                        <p:tgtEl>
                                          <p:spTgt spid="333"/>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333"/>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10"/>
                                  </p:stCondLst>
                                  <p:childTnLst>
                                    <p:set>
                                      <p:cBhvr>
                                        <p:cTn id="44" dur="1" fill="hold">
                                          <p:stCondLst>
                                            <p:cond delay="0"/>
                                          </p:stCondLst>
                                        </p:cTn>
                                        <p:tgtEl>
                                          <p:spTgt spid="334"/>
                                        </p:tgtEl>
                                        <p:attrNameLst>
                                          <p:attrName>style.visibility</p:attrName>
                                        </p:attrNameLst>
                                      </p:cBhvr>
                                      <p:to>
                                        <p:strVal val="visible"/>
                                      </p:to>
                                    </p:set>
                                    <p:animEffect transition="in" filter="fade">
                                      <p:cBhvr>
                                        <p:cTn id="45" dur="600"/>
                                        <p:tgtEl>
                                          <p:spTgt spid="334"/>
                                        </p:tgtEl>
                                      </p:cBhvr>
                                    </p:animEffect>
                                    <p:anim calcmode="lin" valueType="num">
                                      <p:cBhvr>
                                        <p:cTn id="46" dur="600" fill="hold">
                                          <p:stCondLst>
                                            <p:cond delay="0"/>
                                          </p:stCondLst>
                                        </p:cTn>
                                        <p:tgtEl>
                                          <p:spTgt spid="334"/>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334"/>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510"/>
                                  </p:stCondLst>
                                  <p:childTnLst>
                                    <p:set>
                                      <p:cBhvr>
                                        <p:cTn id="49" dur="1" fill="hold">
                                          <p:stCondLst>
                                            <p:cond delay="0"/>
                                          </p:stCondLst>
                                        </p:cTn>
                                        <p:tgtEl>
                                          <p:spTgt spid="335"/>
                                        </p:tgtEl>
                                        <p:attrNameLst>
                                          <p:attrName>style.visibility</p:attrName>
                                        </p:attrNameLst>
                                      </p:cBhvr>
                                      <p:to>
                                        <p:strVal val="visible"/>
                                      </p:to>
                                    </p:set>
                                    <p:animEffect transition="in" filter="fade">
                                      <p:cBhvr>
                                        <p:cTn id="50" dur="600"/>
                                        <p:tgtEl>
                                          <p:spTgt spid="335"/>
                                        </p:tgtEl>
                                      </p:cBhvr>
                                    </p:animEffect>
                                    <p:anim calcmode="lin" valueType="num">
                                      <p:cBhvr>
                                        <p:cTn id="51" dur="600" fill="hold">
                                          <p:stCondLst>
                                            <p:cond delay="0"/>
                                          </p:stCondLst>
                                        </p:cTn>
                                        <p:tgtEl>
                                          <p:spTgt spid="335"/>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335"/>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670"/>
                                  </p:stCondLst>
                                  <p:childTnLst>
                                    <p:set>
                                      <p:cBhvr>
                                        <p:cTn id="54" dur="1" fill="hold">
                                          <p:stCondLst>
                                            <p:cond delay="0"/>
                                          </p:stCondLst>
                                        </p:cTn>
                                        <p:tgtEl>
                                          <p:spTgt spid="336"/>
                                        </p:tgtEl>
                                        <p:attrNameLst>
                                          <p:attrName>style.visibility</p:attrName>
                                        </p:attrNameLst>
                                      </p:cBhvr>
                                      <p:to>
                                        <p:strVal val="visible"/>
                                      </p:to>
                                    </p:set>
                                    <p:animEffect transition="in" filter="fade">
                                      <p:cBhvr>
                                        <p:cTn id="55" dur="600"/>
                                        <p:tgtEl>
                                          <p:spTgt spid="336"/>
                                        </p:tgtEl>
                                      </p:cBhvr>
                                    </p:animEffect>
                                    <p:anim calcmode="lin" valueType="num">
                                      <p:cBhvr>
                                        <p:cTn id="56" dur="600" fill="hold">
                                          <p:stCondLst>
                                            <p:cond delay="0"/>
                                          </p:stCondLst>
                                        </p:cTn>
                                        <p:tgtEl>
                                          <p:spTgt spid="336"/>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336"/>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670"/>
                                  </p:stCondLst>
                                  <p:childTnLst>
                                    <p:set>
                                      <p:cBhvr>
                                        <p:cTn id="59" dur="1" fill="hold">
                                          <p:stCondLst>
                                            <p:cond delay="0"/>
                                          </p:stCondLst>
                                        </p:cTn>
                                        <p:tgtEl>
                                          <p:spTgt spid="337"/>
                                        </p:tgtEl>
                                        <p:attrNameLst>
                                          <p:attrName>style.visibility</p:attrName>
                                        </p:attrNameLst>
                                      </p:cBhvr>
                                      <p:to>
                                        <p:strVal val="visible"/>
                                      </p:to>
                                    </p:set>
                                    <p:animEffect transition="in" filter="fade">
                                      <p:cBhvr>
                                        <p:cTn id="60" dur="600"/>
                                        <p:tgtEl>
                                          <p:spTgt spid="337"/>
                                        </p:tgtEl>
                                      </p:cBhvr>
                                    </p:animEffect>
                                    <p:anim calcmode="lin" valueType="num">
                                      <p:cBhvr>
                                        <p:cTn id="61" dur="600" fill="hold">
                                          <p:stCondLst>
                                            <p:cond delay="0"/>
                                          </p:stCondLst>
                                        </p:cTn>
                                        <p:tgtEl>
                                          <p:spTgt spid="337"/>
                                        </p:tgtEl>
                                        <p:attrNameLst>
                                          <p:attrName>ppt_x</p:attrName>
                                        </p:attrNameLst>
                                      </p:cBhvr>
                                      <p:tavLst>
                                        <p:tav tm="0">
                                          <p:val>
                                            <p:strVal val="#ppt_x"/>
                                          </p:val>
                                        </p:tav>
                                        <p:tav tm="100000">
                                          <p:val>
                                            <p:strVal val="#ppt_x"/>
                                          </p:val>
                                        </p:tav>
                                      </p:tavLst>
                                    </p:anim>
                                    <p:anim calcmode="lin" valueType="num">
                                      <p:cBhvr>
                                        <p:cTn id="62" dur="600" decel="100000" fill="hold">
                                          <p:stCondLst>
                                            <p:cond delay="0"/>
                                          </p:stCondLst>
                                        </p:cTn>
                                        <p:tgtEl>
                                          <p:spTgt spid="337"/>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670"/>
                                  </p:stCondLst>
                                  <p:childTnLst>
                                    <p:set>
                                      <p:cBhvr>
                                        <p:cTn id="64" dur="1" fill="hold">
                                          <p:stCondLst>
                                            <p:cond delay="0"/>
                                          </p:stCondLst>
                                        </p:cTn>
                                        <p:tgtEl>
                                          <p:spTgt spid="338"/>
                                        </p:tgtEl>
                                        <p:attrNameLst>
                                          <p:attrName>style.visibility</p:attrName>
                                        </p:attrNameLst>
                                      </p:cBhvr>
                                      <p:to>
                                        <p:strVal val="visible"/>
                                      </p:to>
                                    </p:set>
                                    <p:animEffect transition="in" filter="fade">
                                      <p:cBhvr>
                                        <p:cTn id="65" dur="600"/>
                                        <p:tgtEl>
                                          <p:spTgt spid="338"/>
                                        </p:tgtEl>
                                      </p:cBhvr>
                                    </p:animEffect>
                                    <p:anim calcmode="lin" valueType="num">
                                      <p:cBhvr>
                                        <p:cTn id="66" dur="600" fill="hold">
                                          <p:stCondLst>
                                            <p:cond delay="0"/>
                                          </p:stCondLst>
                                        </p:cTn>
                                        <p:tgtEl>
                                          <p:spTgt spid="338"/>
                                        </p:tgtEl>
                                        <p:attrNameLst>
                                          <p:attrName>ppt_x</p:attrName>
                                        </p:attrNameLst>
                                      </p:cBhvr>
                                      <p:tavLst>
                                        <p:tav tm="0">
                                          <p:val>
                                            <p:strVal val="#ppt_x"/>
                                          </p:val>
                                        </p:tav>
                                        <p:tav tm="100000">
                                          <p:val>
                                            <p:strVal val="#ppt_x"/>
                                          </p:val>
                                        </p:tav>
                                      </p:tavLst>
                                    </p:anim>
                                    <p:anim calcmode="lin" valueType="num">
                                      <p:cBhvr>
                                        <p:cTn id="67" dur="600" decel="100000" fill="hold">
                                          <p:stCondLst>
                                            <p:cond delay="0"/>
                                          </p:stCondLst>
                                        </p:cTn>
                                        <p:tgtEl>
                                          <p:spTgt spid="338"/>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670"/>
                                  </p:stCondLst>
                                  <p:childTnLst>
                                    <p:set>
                                      <p:cBhvr>
                                        <p:cTn id="69" dur="1" fill="hold">
                                          <p:stCondLst>
                                            <p:cond delay="0"/>
                                          </p:stCondLst>
                                        </p:cTn>
                                        <p:tgtEl>
                                          <p:spTgt spid="339"/>
                                        </p:tgtEl>
                                        <p:attrNameLst>
                                          <p:attrName>style.visibility</p:attrName>
                                        </p:attrNameLst>
                                      </p:cBhvr>
                                      <p:to>
                                        <p:strVal val="visible"/>
                                      </p:to>
                                    </p:set>
                                    <p:animEffect transition="in" filter="fade">
                                      <p:cBhvr>
                                        <p:cTn id="70" dur="600"/>
                                        <p:tgtEl>
                                          <p:spTgt spid="339"/>
                                        </p:tgtEl>
                                      </p:cBhvr>
                                    </p:animEffect>
                                    <p:anim calcmode="lin" valueType="num">
                                      <p:cBhvr>
                                        <p:cTn id="71" dur="600" fill="hold">
                                          <p:stCondLst>
                                            <p:cond delay="0"/>
                                          </p:stCondLst>
                                        </p:cTn>
                                        <p:tgtEl>
                                          <p:spTgt spid="339"/>
                                        </p:tgtEl>
                                        <p:attrNameLst>
                                          <p:attrName>ppt_x</p:attrName>
                                        </p:attrNameLst>
                                      </p:cBhvr>
                                      <p:tavLst>
                                        <p:tav tm="0">
                                          <p:val>
                                            <p:strVal val="#ppt_x"/>
                                          </p:val>
                                        </p:tav>
                                        <p:tav tm="100000">
                                          <p:val>
                                            <p:strVal val="#ppt_x"/>
                                          </p:val>
                                        </p:tav>
                                      </p:tavLst>
                                    </p:anim>
                                    <p:anim calcmode="lin" valueType="num">
                                      <p:cBhvr>
                                        <p:cTn id="72" dur="600" decel="100000" fill="hold">
                                          <p:stCondLst>
                                            <p:cond delay="0"/>
                                          </p:stCondLst>
                                        </p:cTn>
                                        <p:tgtEl>
                                          <p:spTgt spid="339"/>
                                        </p:tgtEl>
                                        <p:attrNameLst>
                                          <p:attrName>ppt_y</p:attrName>
                                        </p:attrNameLst>
                                      </p:cBhvr>
                                      <p:tavLst>
                                        <p:tav tm="0">
                                          <p:val>
                                            <p:strVal val="#ppt_y+0.04"/>
                                          </p:val>
                                        </p:tav>
                                        <p:tav tm="100000">
                                          <p:val>
                                            <p:strVal val="#ppt_y"/>
                                          </p:val>
                                        </p:tav>
                                      </p:tavLst>
                                    </p:anim>
                                  </p:childTnLst>
                                </p:cTn>
                              </p:par>
                              <p:par>
                                <p:cTn id="73" presetID="42" presetClass="entr" presetSubtype="0" fill="hold" grpId="0" nodeType="withEffect">
                                  <p:stCondLst>
                                    <p:cond delay="830"/>
                                  </p:stCondLst>
                                  <p:childTnLst>
                                    <p:set>
                                      <p:cBhvr>
                                        <p:cTn id="74" dur="1" fill="hold">
                                          <p:stCondLst>
                                            <p:cond delay="0"/>
                                          </p:stCondLst>
                                        </p:cTn>
                                        <p:tgtEl>
                                          <p:spTgt spid="340"/>
                                        </p:tgtEl>
                                        <p:attrNameLst>
                                          <p:attrName>style.visibility</p:attrName>
                                        </p:attrNameLst>
                                      </p:cBhvr>
                                      <p:to>
                                        <p:strVal val="visible"/>
                                      </p:to>
                                    </p:set>
                                    <p:animEffect transition="in" filter="fade">
                                      <p:cBhvr>
                                        <p:cTn id="75" dur="600"/>
                                        <p:tgtEl>
                                          <p:spTgt spid="340"/>
                                        </p:tgtEl>
                                      </p:cBhvr>
                                    </p:animEffect>
                                    <p:anim calcmode="lin" valueType="num">
                                      <p:cBhvr>
                                        <p:cTn id="76" dur="600" fill="hold">
                                          <p:stCondLst>
                                            <p:cond delay="0"/>
                                          </p:stCondLst>
                                        </p:cTn>
                                        <p:tgtEl>
                                          <p:spTgt spid="340"/>
                                        </p:tgtEl>
                                        <p:attrNameLst>
                                          <p:attrName>ppt_x</p:attrName>
                                        </p:attrNameLst>
                                      </p:cBhvr>
                                      <p:tavLst>
                                        <p:tav tm="0">
                                          <p:val>
                                            <p:strVal val="#ppt_x"/>
                                          </p:val>
                                        </p:tav>
                                        <p:tav tm="100000">
                                          <p:val>
                                            <p:strVal val="#ppt_x"/>
                                          </p:val>
                                        </p:tav>
                                      </p:tavLst>
                                    </p:anim>
                                    <p:anim calcmode="lin" valueType="num">
                                      <p:cBhvr>
                                        <p:cTn id="77" dur="600" decel="100000" fill="hold">
                                          <p:stCondLst>
                                            <p:cond delay="0"/>
                                          </p:stCondLst>
                                        </p:cTn>
                                        <p:tgtEl>
                                          <p:spTgt spid="340"/>
                                        </p:tgtEl>
                                        <p:attrNameLst>
                                          <p:attrName>ppt_y</p:attrName>
                                        </p:attrNameLst>
                                      </p:cBhvr>
                                      <p:tavLst>
                                        <p:tav tm="0">
                                          <p:val>
                                            <p:strVal val="#ppt_y+0.04"/>
                                          </p:val>
                                        </p:tav>
                                        <p:tav tm="100000">
                                          <p:val>
                                            <p:strVal val="#ppt_y"/>
                                          </p:val>
                                        </p:tav>
                                      </p:tavLst>
                                    </p:anim>
                                  </p:childTnLst>
                                </p:cTn>
                              </p:par>
                              <p:par>
                                <p:cTn id="78" presetID="42" presetClass="entr" presetSubtype="0" fill="hold" grpId="0" nodeType="withEffect">
                                  <p:stCondLst>
                                    <p:cond delay="830"/>
                                  </p:stCondLst>
                                  <p:childTnLst>
                                    <p:set>
                                      <p:cBhvr>
                                        <p:cTn id="79" dur="1" fill="hold">
                                          <p:stCondLst>
                                            <p:cond delay="0"/>
                                          </p:stCondLst>
                                        </p:cTn>
                                        <p:tgtEl>
                                          <p:spTgt spid="341"/>
                                        </p:tgtEl>
                                        <p:attrNameLst>
                                          <p:attrName>style.visibility</p:attrName>
                                        </p:attrNameLst>
                                      </p:cBhvr>
                                      <p:to>
                                        <p:strVal val="visible"/>
                                      </p:to>
                                    </p:set>
                                    <p:animEffect transition="in" filter="fade">
                                      <p:cBhvr>
                                        <p:cTn id="80" dur="600"/>
                                        <p:tgtEl>
                                          <p:spTgt spid="341"/>
                                        </p:tgtEl>
                                      </p:cBhvr>
                                    </p:animEffect>
                                    <p:anim calcmode="lin" valueType="num">
                                      <p:cBhvr>
                                        <p:cTn id="81" dur="600" fill="hold">
                                          <p:stCondLst>
                                            <p:cond delay="0"/>
                                          </p:stCondLst>
                                        </p:cTn>
                                        <p:tgtEl>
                                          <p:spTgt spid="341"/>
                                        </p:tgtEl>
                                        <p:attrNameLst>
                                          <p:attrName>ppt_x</p:attrName>
                                        </p:attrNameLst>
                                      </p:cBhvr>
                                      <p:tavLst>
                                        <p:tav tm="0">
                                          <p:val>
                                            <p:strVal val="#ppt_x"/>
                                          </p:val>
                                        </p:tav>
                                        <p:tav tm="100000">
                                          <p:val>
                                            <p:strVal val="#ppt_x"/>
                                          </p:val>
                                        </p:tav>
                                      </p:tavLst>
                                    </p:anim>
                                    <p:anim calcmode="lin" valueType="num">
                                      <p:cBhvr>
                                        <p:cTn id="82" dur="600" decel="100000" fill="hold">
                                          <p:stCondLst>
                                            <p:cond delay="0"/>
                                          </p:stCondLst>
                                        </p:cTn>
                                        <p:tgtEl>
                                          <p:spTgt spid="341"/>
                                        </p:tgtEl>
                                        <p:attrNameLst>
                                          <p:attrName>ppt_y</p:attrName>
                                        </p:attrNameLst>
                                      </p:cBhvr>
                                      <p:tavLst>
                                        <p:tav tm="0">
                                          <p:val>
                                            <p:strVal val="#ppt_y+0.04"/>
                                          </p:val>
                                        </p:tav>
                                        <p:tav tm="100000">
                                          <p:val>
                                            <p:strVal val="#ppt_y"/>
                                          </p:val>
                                        </p:tav>
                                      </p:tavLst>
                                    </p:anim>
                                  </p:childTnLst>
                                </p:cTn>
                              </p:par>
                              <p:par>
                                <p:cTn id="83" presetID="42" presetClass="entr" presetSubtype="0" fill="hold" grpId="0" nodeType="withEffect">
                                  <p:stCondLst>
                                    <p:cond delay="830"/>
                                  </p:stCondLst>
                                  <p:childTnLst>
                                    <p:set>
                                      <p:cBhvr>
                                        <p:cTn id="84" dur="1" fill="hold">
                                          <p:stCondLst>
                                            <p:cond delay="0"/>
                                          </p:stCondLst>
                                        </p:cTn>
                                        <p:tgtEl>
                                          <p:spTgt spid="342"/>
                                        </p:tgtEl>
                                        <p:attrNameLst>
                                          <p:attrName>style.visibility</p:attrName>
                                        </p:attrNameLst>
                                      </p:cBhvr>
                                      <p:to>
                                        <p:strVal val="visible"/>
                                      </p:to>
                                    </p:set>
                                    <p:animEffect transition="in" filter="fade">
                                      <p:cBhvr>
                                        <p:cTn id="85" dur="600"/>
                                        <p:tgtEl>
                                          <p:spTgt spid="342"/>
                                        </p:tgtEl>
                                      </p:cBhvr>
                                    </p:animEffect>
                                    <p:anim calcmode="lin" valueType="num">
                                      <p:cBhvr>
                                        <p:cTn id="86" dur="600" fill="hold">
                                          <p:stCondLst>
                                            <p:cond delay="0"/>
                                          </p:stCondLst>
                                        </p:cTn>
                                        <p:tgtEl>
                                          <p:spTgt spid="342"/>
                                        </p:tgtEl>
                                        <p:attrNameLst>
                                          <p:attrName>ppt_x</p:attrName>
                                        </p:attrNameLst>
                                      </p:cBhvr>
                                      <p:tavLst>
                                        <p:tav tm="0">
                                          <p:val>
                                            <p:strVal val="#ppt_x"/>
                                          </p:val>
                                        </p:tav>
                                        <p:tav tm="100000">
                                          <p:val>
                                            <p:strVal val="#ppt_x"/>
                                          </p:val>
                                        </p:tav>
                                      </p:tavLst>
                                    </p:anim>
                                    <p:anim calcmode="lin" valueType="num">
                                      <p:cBhvr>
                                        <p:cTn id="87" dur="600" decel="100000" fill="hold">
                                          <p:stCondLst>
                                            <p:cond delay="0"/>
                                          </p:stCondLst>
                                        </p:cTn>
                                        <p:tgtEl>
                                          <p:spTgt spid="342"/>
                                        </p:tgtEl>
                                        <p:attrNameLst>
                                          <p:attrName>ppt_y</p:attrName>
                                        </p:attrNameLst>
                                      </p:cBhvr>
                                      <p:tavLst>
                                        <p:tav tm="0">
                                          <p:val>
                                            <p:strVal val="#ppt_y+0.04"/>
                                          </p:val>
                                        </p:tav>
                                        <p:tav tm="100000">
                                          <p:val>
                                            <p:strVal val="#ppt_y"/>
                                          </p:val>
                                        </p:tav>
                                      </p:tavLst>
                                    </p:anim>
                                  </p:childTnLst>
                                </p:cTn>
                              </p:par>
                              <p:par>
                                <p:cTn id="88" presetID="42" presetClass="entr" presetSubtype="0" fill="hold" grpId="0" nodeType="withEffect">
                                  <p:stCondLst>
                                    <p:cond delay="830"/>
                                  </p:stCondLst>
                                  <p:childTnLst>
                                    <p:set>
                                      <p:cBhvr>
                                        <p:cTn id="89" dur="1" fill="hold">
                                          <p:stCondLst>
                                            <p:cond delay="0"/>
                                          </p:stCondLst>
                                        </p:cTn>
                                        <p:tgtEl>
                                          <p:spTgt spid="343"/>
                                        </p:tgtEl>
                                        <p:attrNameLst>
                                          <p:attrName>style.visibility</p:attrName>
                                        </p:attrNameLst>
                                      </p:cBhvr>
                                      <p:to>
                                        <p:strVal val="visible"/>
                                      </p:to>
                                    </p:set>
                                    <p:animEffect transition="in" filter="fade">
                                      <p:cBhvr>
                                        <p:cTn id="90" dur="600"/>
                                        <p:tgtEl>
                                          <p:spTgt spid="343"/>
                                        </p:tgtEl>
                                      </p:cBhvr>
                                    </p:animEffect>
                                    <p:anim calcmode="lin" valueType="num">
                                      <p:cBhvr>
                                        <p:cTn id="91" dur="600" fill="hold">
                                          <p:stCondLst>
                                            <p:cond delay="0"/>
                                          </p:stCondLst>
                                        </p:cTn>
                                        <p:tgtEl>
                                          <p:spTgt spid="343"/>
                                        </p:tgtEl>
                                        <p:attrNameLst>
                                          <p:attrName>ppt_x</p:attrName>
                                        </p:attrNameLst>
                                      </p:cBhvr>
                                      <p:tavLst>
                                        <p:tav tm="0">
                                          <p:val>
                                            <p:strVal val="#ppt_x"/>
                                          </p:val>
                                        </p:tav>
                                        <p:tav tm="100000">
                                          <p:val>
                                            <p:strVal val="#ppt_x"/>
                                          </p:val>
                                        </p:tav>
                                      </p:tavLst>
                                    </p:anim>
                                    <p:anim calcmode="lin" valueType="num">
                                      <p:cBhvr>
                                        <p:cTn id="92" dur="600" decel="100000" fill="hold">
                                          <p:stCondLst>
                                            <p:cond delay="0"/>
                                          </p:stCondLst>
                                        </p:cTn>
                                        <p:tgtEl>
                                          <p:spTgt spid="343"/>
                                        </p:tgtEl>
                                        <p:attrNameLst>
                                          <p:attrName>ppt_y</p:attrName>
                                        </p:attrNameLst>
                                      </p:cBhvr>
                                      <p:tavLst>
                                        <p:tav tm="0">
                                          <p:val>
                                            <p:strVal val="#ppt_y+0.04"/>
                                          </p:val>
                                        </p:tav>
                                        <p:tav tm="100000">
                                          <p:val>
                                            <p:strVal val="#ppt_y"/>
                                          </p:val>
                                        </p:tav>
                                      </p:tavLst>
                                    </p:anim>
                                  </p:childTnLst>
                                </p:cTn>
                              </p:par>
                              <p:par>
                                <p:cTn id="93" presetID="42" presetClass="entr" presetSubtype="0" fill="hold" grpId="0" nodeType="withEffect">
                                  <p:stCondLst>
                                    <p:cond delay="990"/>
                                  </p:stCondLst>
                                  <p:childTnLst>
                                    <p:set>
                                      <p:cBhvr>
                                        <p:cTn id="94" dur="1" fill="hold">
                                          <p:stCondLst>
                                            <p:cond delay="0"/>
                                          </p:stCondLst>
                                        </p:cTn>
                                        <p:tgtEl>
                                          <p:spTgt spid="344"/>
                                        </p:tgtEl>
                                        <p:attrNameLst>
                                          <p:attrName>style.visibility</p:attrName>
                                        </p:attrNameLst>
                                      </p:cBhvr>
                                      <p:to>
                                        <p:strVal val="visible"/>
                                      </p:to>
                                    </p:set>
                                    <p:animEffect transition="in" filter="fade">
                                      <p:cBhvr>
                                        <p:cTn id="95" dur="600"/>
                                        <p:tgtEl>
                                          <p:spTgt spid="344"/>
                                        </p:tgtEl>
                                      </p:cBhvr>
                                    </p:animEffect>
                                    <p:anim calcmode="lin" valueType="num">
                                      <p:cBhvr>
                                        <p:cTn id="96" dur="600" fill="hold">
                                          <p:stCondLst>
                                            <p:cond delay="0"/>
                                          </p:stCondLst>
                                        </p:cTn>
                                        <p:tgtEl>
                                          <p:spTgt spid="344"/>
                                        </p:tgtEl>
                                        <p:attrNameLst>
                                          <p:attrName>ppt_x</p:attrName>
                                        </p:attrNameLst>
                                      </p:cBhvr>
                                      <p:tavLst>
                                        <p:tav tm="0">
                                          <p:val>
                                            <p:strVal val="#ppt_x"/>
                                          </p:val>
                                        </p:tav>
                                        <p:tav tm="100000">
                                          <p:val>
                                            <p:strVal val="#ppt_x"/>
                                          </p:val>
                                        </p:tav>
                                      </p:tavLst>
                                    </p:anim>
                                    <p:anim calcmode="lin" valueType="num">
                                      <p:cBhvr>
                                        <p:cTn id="97" dur="600" decel="100000" fill="hold">
                                          <p:stCondLst>
                                            <p:cond delay="0"/>
                                          </p:stCondLst>
                                        </p:cTn>
                                        <p:tgtEl>
                                          <p:spTgt spid="344"/>
                                        </p:tgtEl>
                                        <p:attrNameLst>
                                          <p:attrName>ppt_y</p:attrName>
                                        </p:attrNameLst>
                                      </p:cBhvr>
                                      <p:tavLst>
                                        <p:tav tm="0">
                                          <p:val>
                                            <p:strVal val="#ppt_y+0.04"/>
                                          </p:val>
                                        </p:tav>
                                        <p:tav tm="100000">
                                          <p:val>
                                            <p:strVal val="#ppt_y"/>
                                          </p:val>
                                        </p:tav>
                                      </p:tavLst>
                                    </p:anim>
                                  </p:childTnLst>
                                </p:cTn>
                              </p:par>
                              <p:par>
                                <p:cTn id="98" presetID="42" presetClass="entr" presetSubtype="0" fill="hold" grpId="0" nodeType="withEffect">
                                  <p:stCondLst>
                                    <p:cond delay="990"/>
                                  </p:stCondLst>
                                  <p:childTnLst>
                                    <p:set>
                                      <p:cBhvr>
                                        <p:cTn id="99" dur="1" fill="hold">
                                          <p:stCondLst>
                                            <p:cond delay="0"/>
                                          </p:stCondLst>
                                        </p:cTn>
                                        <p:tgtEl>
                                          <p:spTgt spid="345"/>
                                        </p:tgtEl>
                                        <p:attrNameLst>
                                          <p:attrName>style.visibility</p:attrName>
                                        </p:attrNameLst>
                                      </p:cBhvr>
                                      <p:to>
                                        <p:strVal val="visible"/>
                                      </p:to>
                                    </p:set>
                                    <p:animEffect transition="in" filter="fade">
                                      <p:cBhvr>
                                        <p:cTn id="100" dur="600"/>
                                        <p:tgtEl>
                                          <p:spTgt spid="345"/>
                                        </p:tgtEl>
                                      </p:cBhvr>
                                    </p:animEffect>
                                    <p:anim calcmode="lin" valueType="num">
                                      <p:cBhvr>
                                        <p:cTn id="101" dur="600" fill="hold">
                                          <p:stCondLst>
                                            <p:cond delay="0"/>
                                          </p:stCondLst>
                                        </p:cTn>
                                        <p:tgtEl>
                                          <p:spTgt spid="345"/>
                                        </p:tgtEl>
                                        <p:attrNameLst>
                                          <p:attrName>ppt_x</p:attrName>
                                        </p:attrNameLst>
                                      </p:cBhvr>
                                      <p:tavLst>
                                        <p:tav tm="0">
                                          <p:val>
                                            <p:strVal val="#ppt_x"/>
                                          </p:val>
                                        </p:tav>
                                        <p:tav tm="100000">
                                          <p:val>
                                            <p:strVal val="#ppt_x"/>
                                          </p:val>
                                        </p:tav>
                                      </p:tavLst>
                                    </p:anim>
                                    <p:anim calcmode="lin" valueType="num">
                                      <p:cBhvr>
                                        <p:cTn id="102" dur="600" decel="100000" fill="hold">
                                          <p:stCondLst>
                                            <p:cond delay="0"/>
                                          </p:stCondLst>
                                        </p:cTn>
                                        <p:tgtEl>
                                          <p:spTgt spid="345"/>
                                        </p:tgtEl>
                                        <p:attrNameLst>
                                          <p:attrName>ppt_y</p:attrName>
                                        </p:attrNameLst>
                                      </p:cBhvr>
                                      <p:tavLst>
                                        <p:tav tm="0">
                                          <p:val>
                                            <p:strVal val="#ppt_y+0.04"/>
                                          </p:val>
                                        </p:tav>
                                        <p:tav tm="100000">
                                          <p:val>
                                            <p:strVal val="#ppt_y"/>
                                          </p:val>
                                        </p:tav>
                                      </p:tavLst>
                                    </p:anim>
                                  </p:childTnLst>
                                </p:cTn>
                              </p:par>
                              <p:par>
                                <p:cTn id="103" presetID="42" presetClass="entr" presetSubtype="0" fill="hold" grpId="0" nodeType="withEffect">
                                  <p:stCondLst>
                                    <p:cond delay="990"/>
                                  </p:stCondLst>
                                  <p:childTnLst>
                                    <p:set>
                                      <p:cBhvr>
                                        <p:cTn id="104" dur="1" fill="hold">
                                          <p:stCondLst>
                                            <p:cond delay="0"/>
                                          </p:stCondLst>
                                        </p:cTn>
                                        <p:tgtEl>
                                          <p:spTgt spid="346"/>
                                        </p:tgtEl>
                                        <p:attrNameLst>
                                          <p:attrName>style.visibility</p:attrName>
                                        </p:attrNameLst>
                                      </p:cBhvr>
                                      <p:to>
                                        <p:strVal val="visible"/>
                                      </p:to>
                                    </p:set>
                                    <p:animEffect transition="in" filter="fade">
                                      <p:cBhvr>
                                        <p:cTn id="105" dur="600"/>
                                        <p:tgtEl>
                                          <p:spTgt spid="346"/>
                                        </p:tgtEl>
                                      </p:cBhvr>
                                    </p:animEffect>
                                    <p:anim calcmode="lin" valueType="num">
                                      <p:cBhvr>
                                        <p:cTn id="106" dur="600" fill="hold">
                                          <p:stCondLst>
                                            <p:cond delay="0"/>
                                          </p:stCondLst>
                                        </p:cTn>
                                        <p:tgtEl>
                                          <p:spTgt spid="346"/>
                                        </p:tgtEl>
                                        <p:attrNameLst>
                                          <p:attrName>ppt_x</p:attrName>
                                        </p:attrNameLst>
                                      </p:cBhvr>
                                      <p:tavLst>
                                        <p:tav tm="0">
                                          <p:val>
                                            <p:strVal val="#ppt_x"/>
                                          </p:val>
                                        </p:tav>
                                        <p:tav tm="100000">
                                          <p:val>
                                            <p:strVal val="#ppt_x"/>
                                          </p:val>
                                        </p:tav>
                                      </p:tavLst>
                                    </p:anim>
                                    <p:anim calcmode="lin" valueType="num">
                                      <p:cBhvr>
                                        <p:cTn id="107" dur="600" decel="100000" fill="hold">
                                          <p:stCondLst>
                                            <p:cond delay="0"/>
                                          </p:stCondLst>
                                        </p:cTn>
                                        <p:tgtEl>
                                          <p:spTgt spid="346"/>
                                        </p:tgtEl>
                                        <p:attrNameLst>
                                          <p:attrName>ppt_y</p:attrName>
                                        </p:attrNameLst>
                                      </p:cBhvr>
                                      <p:tavLst>
                                        <p:tav tm="0">
                                          <p:val>
                                            <p:strVal val="#ppt_y+0.04"/>
                                          </p:val>
                                        </p:tav>
                                        <p:tav tm="100000">
                                          <p:val>
                                            <p:strVal val="#ppt_y"/>
                                          </p:val>
                                        </p:tav>
                                      </p:tavLst>
                                    </p:anim>
                                  </p:childTnLst>
                                </p:cTn>
                              </p:par>
                              <p:par>
                                <p:cTn id="108" presetID="42" presetClass="entr" presetSubtype="0" fill="hold" grpId="0" nodeType="withEffect">
                                  <p:stCondLst>
                                    <p:cond delay="990"/>
                                  </p:stCondLst>
                                  <p:childTnLst>
                                    <p:set>
                                      <p:cBhvr>
                                        <p:cTn id="109" dur="1" fill="hold">
                                          <p:stCondLst>
                                            <p:cond delay="0"/>
                                          </p:stCondLst>
                                        </p:cTn>
                                        <p:tgtEl>
                                          <p:spTgt spid="347"/>
                                        </p:tgtEl>
                                        <p:attrNameLst>
                                          <p:attrName>style.visibility</p:attrName>
                                        </p:attrNameLst>
                                      </p:cBhvr>
                                      <p:to>
                                        <p:strVal val="visible"/>
                                      </p:to>
                                    </p:set>
                                    <p:animEffect transition="in" filter="fade">
                                      <p:cBhvr>
                                        <p:cTn id="110" dur="600"/>
                                        <p:tgtEl>
                                          <p:spTgt spid="347"/>
                                        </p:tgtEl>
                                      </p:cBhvr>
                                    </p:animEffect>
                                    <p:anim calcmode="lin" valueType="num">
                                      <p:cBhvr>
                                        <p:cTn id="111" dur="600" fill="hold">
                                          <p:stCondLst>
                                            <p:cond delay="0"/>
                                          </p:stCondLst>
                                        </p:cTn>
                                        <p:tgtEl>
                                          <p:spTgt spid="347"/>
                                        </p:tgtEl>
                                        <p:attrNameLst>
                                          <p:attrName>ppt_x</p:attrName>
                                        </p:attrNameLst>
                                      </p:cBhvr>
                                      <p:tavLst>
                                        <p:tav tm="0">
                                          <p:val>
                                            <p:strVal val="#ppt_x"/>
                                          </p:val>
                                        </p:tav>
                                        <p:tav tm="100000">
                                          <p:val>
                                            <p:strVal val="#ppt_x"/>
                                          </p:val>
                                        </p:tav>
                                      </p:tavLst>
                                    </p:anim>
                                    <p:anim calcmode="lin" valueType="num">
                                      <p:cBhvr>
                                        <p:cTn id="112" dur="600" decel="100000" fill="hold">
                                          <p:stCondLst>
                                            <p:cond delay="0"/>
                                          </p:stCondLst>
                                        </p:cTn>
                                        <p:tgtEl>
                                          <p:spTgt spid="347"/>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6" grpId="0" animBg="1"/>
      <p:bldP spid="327" grpId="0" animBg="1"/>
      <p:bldP spid="328" grpId="0" animBg="1"/>
      <p:bldP spid="329" grpId="0" animBg="1"/>
      <p:bldP spid="330" grpId="0" animBg="1"/>
      <p:bldP spid="331" grpId="0" animBg="1"/>
      <p:bldP spid="332" grpId="0" animBg="1"/>
      <p:bldP spid="333" grpId="0" animBg="1"/>
      <p:bldP spid="334" grpId="0" animBg="1"/>
      <p:bldP spid="335" grpId="0" animBg="1"/>
      <p:bldP spid="336" grpId="0" animBg="1"/>
      <p:bldP spid="337" grpId="0" animBg="1"/>
      <p:bldP spid="338" grpId="0" animBg="1"/>
      <p:bldP spid="339" grpId="0" animBg="1"/>
      <p:bldP spid="340" grpId="0" animBg="1"/>
      <p:bldP spid="341" grpId="0" animBg="1"/>
      <p:bldP spid="342" grpId="0" animBg="1"/>
      <p:bldP spid="343" grpId="0" animBg="1"/>
      <p:bldP spid="344" grpId="0" animBg="1"/>
      <p:bldP spid="345" grpId="0" animBg="1"/>
      <p:bldP spid="346" grpId="0" animBg="1"/>
      <p:bldP spid="34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5">
            <a:alphaModFix/>
          </a:blip>
          <a:stretch>
            <a:fillRect/>
          </a:stretch>
        </a:blipFill>
        <a:effectLst/>
      </p:bgPr>
    </p:bg>
    <p:spTree>
      <p:nvGrpSpPr>
        <p:cNvPr id="1" name="Shape 198"/>
        <p:cNvGrpSpPr/>
        <p:nvPr/>
      </p:nvGrpSpPr>
      <p:grpSpPr>
        <a:xfrm>
          <a:off x="0" y="0"/>
          <a:ext cx="0" cy="0"/>
          <a:chOff x="0" y="0"/>
          <a:chExt cx="0" cy="0"/>
        </a:xfrm>
      </p:grpSpPr>
      <p:sp>
        <p:nvSpPr>
          <p:cNvPr id="370" name="Kicker 370"/>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14</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النموذج الأولي</a:t>
            </a:r>
            <a:endParaRPr lang="ar-SA" sz="1200" dirty="0"/>
          </a:p>
        </p:txBody>
      </p:sp>
      <p:sp>
        <p:nvSpPr>
          <p:cNvPr id="371" name="Title 371"/>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العرض التوضيحي / اللقطات / المحاكاة</a:t>
            </a:r>
            <a:endParaRPr lang="ar-SA" sz="1200" dirty="0"/>
          </a:p>
        </p:txBody>
      </p:sp>
      <p:sp>
        <p:nvSpPr>
          <p:cNvPr id="372" name="Video frame 372"/>
          <p:cNvSpPr/>
          <p:nvPr/>
        </p:nvSpPr>
        <p:spPr>
          <a:xfrm>
            <a:off x="1463040" y="1207008"/>
            <a:ext cx="6217920" cy="3703659"/>
          </a:xfrm>
          <a:prstGeom prst="roundRect">
            <a:avLst>
              <a:gd name="adj" fmla="val 3950"/>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pic>
        <p:nvPicPr>
          <p:cNvPr id="2" name="IMG_1523">
            <a:hlinkClick r:id="" action="ppaction://media"/>
            <a:extLst>
              <a:ext uri="{FF2B5EF4-FFF2-40B4-BE49-F238E27FC236}">
                <a16:creationId xmlns:a16="http://schemas.microsoft.com/office/drawing/2014/main" id="{B4DBC558-794E-8BF7-7E15-E8E95786ACF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554480" y="1298448"/>
            <a:ext cx="6035040" cy="352077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4"/>
        <p:cNvGrpSpPr/>
        <p:nvPr/>
      </p:nvGrpSpPr>
      <p:grpSpPr>
        <a:xfrm>
          <a:off x="0" y="0"/>
          <a:ext cx="0" cy="0"/>
          <a:chOff x="0" y="0"/>
          <a:chExt cx="0" cy="0"/>
        </a:xfrm>
      </p:grpSpPr>
      <p:sp>
        <p:nvSpPr>
          <p:cNvPr id="348" name="Kicker 348"/>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dirty="0">
                <a:solidFill>
                  <a:srgbClr val="FF4D6D"/>
                </a:solidFill>
                <a:latin typeface="Tajawal"/>
                <a:ea typeface="Tajawal"/>
                <a:cs typeface="Tajawal"/>
              </a:rPr>
              <a:t>15</a:t>
            </a:r>
            <a:r>
              <a:rPr lang="ar-SA" sz="1100" b="0" dirty="0">
                <a:solidFill>
                  <a:srgbClr val="F5F5F8"/>
                </a:solidFill>
                <a:latin typeface="Tajawal"/>
                <a:ea typeface="Tajawal"/>
                <a:cs typeface="Tajawal"/>
              </a:rPr>
              <a:t>   </a:t>
            </a:r>
            <a:r>
              <a:rPr lang="ar-SA" sz="1100" b="1" dirty="0">
                <a:solidFill>
                  <a:srgbClr val="B4B1CC"/>
                </a:solidFill>
                <a:latin typeface="Tajawal"/>
                <a:ea typeface="Tajawal"/>
                <a:cs typeface="Tajawal"/>
              </a:rPr>
              <a:t>المرحلة القادمة</a:t>
            </a:r>
            <a:endParaRPr lang="ar-SA" sz="1200" dirty="0"/>
          </a:p>
        </p:txBody>
      </p:sp>
      <p:sp>
        <p:nvSpPr>
          <p:cNvPr id="349" name="Title 349"/>
          <p:cNvSpPr txBox="1"/>
          <p:nvPr/>
        </p:nvSpPr>
        <p:spPr>
          <a:xfrm>
            <a:off x="457200" y="603504"/>
            <a:ext cx="8229600" cy="512064"/>
          </a:xfrm>
          <a:prstGeom prst="rect">
            <a:avLst/>
          </a:prstGeom>
          <a:noFill/>
          <a:ln>
            <a:noFill/>
          </a:ln>
        </p:spPr>
        <p:txBody>
          <a:bodyPr wrap="square" lIns="0" tIns="0" rIns="0" bIns="0" rtlCol="0" anchor="ctr">
            <a:noAutofit/>
          </a:bodyPr>
          <a:lstStyle/>
          <a:p>
            <a:pPr marL="0" indent="0" algn="r" rtl="1">
              <a:lnSpc>
                <a:spcPct val="100000"/>
              </a:lnSpc>
              <a:spcBef>
                <a:spcPts val="0"/>
              </a:spcBef>
              <a:spcAft>
                <a:spcPts val="0"/>
              </a:spcAft>
              <a:buNone/>
            </a:pPr>
            <a:r>
              <a:rPr lang="ar-SA" sz="2400" b="1" dirty="0">
                <a:solidFill>
                  <a:srgbClr val="F5F5F8"/>
                </a:solidFill>
                <a:latin typeface="Tajawal"/>
                <a:ea typeface="Tajawal"/>
                <a:cs typeface="Tajawal"/>
              </a:rPr>
              <a:t>التحديات والخطط المستقبلية</a:t>
            </a:r>
            <a:endParaRPr lang="ar-SA" sz="1200" dirty="0"/>
          </a:p>
        </p:txBody>
      </p:sp>
      <p:sp>
        <p:nvSpPr>
          <p:cNvPr id="350" name="Column card 350"/>
          <p:cNvSpPr/>
          <p:nvPr/>
        </p:nvSpPr>
        <p:spPr>
          <a:xfrm>
            <a:off x="6077712" y="1298448"/>
            <a:ext cx="2609088" cy="2788920"/>
          </a:xfrm>
          <a:prstGeom prst="roundRect">
            <a:avLst>
              <a:gd name="adj" fmla="val 5607"/>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51" name="Dot 351"/>
          <p:cNvSpPr/>
          <p:nvPr/>
        </p:nvSpPr>
        <p:spPr>
          <a:xfrm>
            <a:off x="8394192" y="1572768"/>
            <a:ext cx="109728" cy="109728"/>
          </a:xfrm>
          <a:prstGeom prst="ellipse">
            <a:avLst/>
          </a:prstGeom>
          <a:solidFill>
            <a:srgbClr val="FF4D6D"/>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352" name="Column title 352"/>
          <p:cNvSpPr txBox="1"/>
          <p:nvPr/>
        </p:nvSpPr>
        <p:spPr>
          <a:xfrm>
            <a:off x="6260592" y="1463040"/>
            <a:ext cx="2078736"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1" dirty="0">
                <a:solidFill>
                  <a:srgbClr val="F5F5F8"/>
                </a:solidFill>
                <a:latin typeface="Tajawal"/>
                <a:ea typeface="Tajawal"/>
                <a:cs typeface="Tajawal"/>
              </a:rPr>
              <a:t>التحديات</a:t>
            </a:r>
            <a:endParaRPr lang="ar-SA" sz="1200" dirty="0"/>
          </a:p>
        </p:txBody>
      </p:sp>
      <p:sp>
        <p:nvSpPr>
          <p:cNvPr id="353" name="Column list 353"/>
          <p:cNvSpPr txBox="1"/>
          <p:nvPr/>
        </p:nvSpPr>
        <p:spPr>
          <a:xfrm>
            <a:off x="6260592" y="1956816"/>
            <a:ext cx="2243328" cy="2057400"/>
          </a:xfrm>
          <a:prstGeom prst="rect">
            <a:avLst/>
          </a:prstGeom>
          <a:noFill/>
          <a:ln>
            <a:noFill/>
          </a:ln>
        </p:spPr>
        <p:txBody>
          <a:bodyPr wrap="square" lIns="0" tIns="0" rIns="0" bIns="0" rtlCol="0" anchor="t">
            <a:noAutofit/>
          </a:bodyPr>
          <a:lstStyle/>
          <a:p>
            <a:pPr marL="182880" indent="-182880" algn="r" rtl="1">
              <a:lnSpc>
                <a:spcPct val="105000"/>
              </a:lnSpc>
              <a:spcBef>
                <a:spcPts val="0"/>
              </a:spcBef>
              <a:spcAft>
                <a:spcPts val="800"/>
              </a:spcAft>
              <a:buClr>
                <a:srgbClr val="FF4D6D"/>
              </a:buClr>
              <a:buSzPct val="100000"/>
              <a:buFont typeface="Tajawal"/>
              <a:buChar char="•"/>
            </a:pPr>
            <a:r>
              <a:rPr lang="ar-SA" sz="1250" b="0" dirty="0">
                <a:solidFill>
                  <a:srgbClr val="B4B1CC"/>
                </a:solidFill>
                <a:latin typeface="Tajawal"/>
                <a:ea typeface="Tajawal"/>
                <a:cs typeface="Tajawal"/>
              </a:rPr>
              <a:t>دقة اكتشاف الأشخاص البعيدين مقابل سرعة المعالجة.</a:t>
            </a:r>
            <a:endParaRPr lang="ar-SA" sz="1200" dirty="0"/>
          </a:p>
          <a:p>
            <a:pPr marL="182880" indent="-182880" algn="r" rtl="1">
              <a:lnSpc>
                <a:spcPct val="105000"/>
              </a:lnSpc>
              <a:spcBef>
                <a:spcPts val="0"/>
              </a:spcBef>
              <a:spcAft>
                <a:spcPts val="800"/>
              </a:spcAft>
              <a:buClr>
                <a:srgbClr val="FF4D6D"/>
              </a:buClr>
              <a:buSzPct val="100000"/>
              <a:buFont typeface="Tajawal"/>
              <a:buChar char="•"/>
            </a:pPr>
            <a:r>
              <a:rPr lang="ar-SA" sz="1250" b="0" dirty="0">
                <a:solidFill>
                  <a:srgbClr val="B4B1CC"/>
                </a:solidFill>
                <a:latin typeface="Tajawal"/>
                <a:ea typeface="Tajawal"/>
                <a:cs typeface="Tajawal"/>
              </a:rPr>
              <a:t>ربط قرار المسار بالتحكم الذاتي بشكل مستقر.</a:t>
            </a:r>
            <a:endParaRPr lang="ar-SA" sz="1200" dirty="0"/>
          </a:p>
          <a:p>
            <a:pPr marL="182880" indent="-182880" algn="r" rtl="1">
              <a:lnSpc>
                <a:spcPct val="105000"/>
              </a:lnSpc>
              <a:spcBef>
                <a:spcPts val="0"/>
              </a:spcBef>
              <a:spcAft>
                <a:spcPts val="800"/>
              </a:spcAft>
              <a:buClr>
                <a:srgbClr val="FF4D6D"/>
              </a:buClr>
              <a:buSzPct val="100000"/>
              <a:buFont typeface="Tajawal"/>
              <a:buChar char="•"/>
            </a:pPr>
            <a:r>
              <a:rPr lang="ar-SA" sz="1250" b="0" dirty="0">
                <a:solidFill>
                  <a:srgbClr val="B4B1CC"/>
                </a:solidFill>
                <a:latin typeface="Tajawal"/>
                <a:ea typeface="Tajawal"/>
                <a:cs typeface="Tajawal"/>
              </a:rPr>
              <a:t>اختبار تغيّر كثافة الحشود لحظيًا.</a:t>
            </a:r>
            <a:endParaRPr lang="en-US" sz="1250" b="0" dirty="0">
              <a:solidFill>
                <a:srgbClr val="B4B1CC"/>
              </a:solidFill>
              <a:latin typeface="Tajawal"/>
              <a:ea typeface="Tajawal"/>
              <a:cs typeface="Tajawal"/>
            </a:endParaRPr>
          </a:p>
          <a:p>
            <a:pPr marL="182880" indent="-182880" algn="r" rtl="1">
              <a:lnSpc>
                <a:spcPct val="105000"/>
              </a:lnSpc>
              <a:spcBef>
                <a:spcPts val="0"/>
              </a:spcBef>
              <a:spcAft>
                <a:spcPts val="800"/>
              </a:spcAft>
              <a:buClr>
                <a:srgbClr val="FF4D6D"/>
              </a:buClr>
              <a:buSzPct val="100000"/>
              <a:buFont typeface="Tajawal"/>
              <a:buChar char="•"/>
            </a:pPr>
            <a:r>
              <a:rPr lang="ar-SA" sz="1250" dirty="0">
                <a:solidFill>
                  <a:srgbClr val="B4B1CC"/>
                </a:solidFill>
                <a:latin typeface="Tajawal"/>
              </a:rPr>
              <a:t>محدودية البطارية تقلل مدة تنفيذ المهمة.</a:t>
            </a:r>
            <a:endParaRPr lang="ar-SA" sz="1200" dirty="0"/>
          </a:p>
        </p:txBody>
      </p:sp>
      <p:sp>
        <p:nvSpPr>
          <p:cNvPr id="354" name="Column card 354"/>
          <p:cNvSpPr/>
          <p:nvPr/>
        </p:nvSpPr>
        <p:spPr>
          <a:xfrm>
            <a:off x="3267456" y="1298448"/>
            <a:ext cx="2609088" cy="2788920"/>
          </a:xfrm>
          <a:prstGeom prst="roundRect">
            <a:avLst>
              <a:gd name="adj" fmla="val 5607"/>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55" name="Dot 355"/>
          <p:cNvSpPr/>
          <p:nvPr/>
        </p:nvSpPr>
        <p:spPr>
          <a:xfrm>
            <a:off x="5583936" y="1572768"/>
            <a:ext cx="109728" cy="109728"/>
          </a:xfrm>
          <a:prstGeom prst="ellipse">
            <a:avLst/>
          </a:prstGeom>
          <a:solidFill>
            <a:srgbClr val="8F82F5"/>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356" name="Column title 356"/>
          <p:cNvSpPr txBox="1"/>
          <p:nvPr/>
        </p:nvSpPr>
        <p:spPr>
          <a:xfrm>
            <a:off x="3450336" y="1463040"/>
            <a:ext cx="2078736"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1" dirty="0">
                <a:solidFill>
                  <a:srgbClr val="F5F5F8"/>
                </a:solidFill>
                <a:latin typeface="Tajawal"/>
                <a:ea typeface="Tajawal"/>
                <a:cs typeface="Tajawal"/>
              </a:rPr>
              <a:t>ما نحتاج دعمه</a:t>
            </a:r>
            <a:endParaRPr lang="ar-SA" sz="1200" dirty="0"/>
          </a:p>
        </p:txBody>
      </p:sp>
      <p:sp>
        <p:nvSpPr>
          <p:cNvPr id="357" name="Column list 357"/>
          <p:cNvSpPr txBox="1"/>
          <p:nvPr/>
        </p:nvSpPr>
        <p:spPr>
          <a:xfrm>
            <a:off x="3450336" y="1956816"/>
            <a:ext cx="2243328" cy="2057400"/>
          </a:xfrm>
          <a:prstGeom prst="rect">
            <a:avLst/>
          </a:prstGeom>
          <a:noFill/>
          <a:ln>
            <a:noFill/>
          </a:ln>
        </p:spPr>
        <p:txBody>
          <a:bodyPr wrap="square" lIns="0" tIns="0" rIns="0" bIns="0" rtlCol="0" anchor="t">
            <a:noAutofit/>
          </a:bodyPr>
          <a:lstStyle/>
          <a:p>
            <a:pPr marL="182880" indent="-182880" algn="r" rtl="1">
              <a:lnSpc>
                <a:spcPct val="105000"/>
              </a:lnSpc>
              <a:spcBef>
                <a:spcPts val="0"/>
              </a:spcBef>
              <a:spcAft>
                <a:spcPts val="800"/>
              </a:spcAft>
              <a:buClr>
                <a:srgbClr val="FF4D6D"/>
              </a:buClr>
              <a:buSzPct val="100000"/>
              <a:buFont typeface="Tajawal"/>
              <a:buChar char="•"/>
            </a:pPr>
            <a:r>
              <a:rPr lang="ar-SA" sz="1250" b="0" dirty="0">
                <a:solidFill>
                  <a:srgbClr val="B4B1CC"/>
                </a:solidFill>
                <a:latin typeface="Tajawal"/>
                <a:ea typeface="Tajawal"/>
                <a:cs typeface="Tajawal"/>
              </a:rPr>
              <a:t>مراجعة سيناريو العرض ومعايير التقييم.</a:t>
            </a:r>
            <a:endParaRPr lang="ar-SA" sz="1200" dirty="0"/>
          </a:p>
          <a:p>
            <a:pPr marL="182880" indent="-182880" algn="r" rtl="1">
              <a:lnSpc>
                <a:spcPct val="105000"/>
              </a:lnSpc>
              <a:spcBef>
                <a:spcPts val="0"/>
              </a:spcBef>
              <a:spcAft>
                <a:spcPts val="800"/>
              </a:spcAft>
              <a:buClr>
                <a:srgbClr val="FF4D6D"/>
              </a:buClr>
              <a:buSzPct val="100000"/>
              <a:buFont typeface="Tajawal"/>
              <a:buChar char="•"/>
            </a:pPr>
            <a:r>
              <a:rPr lang="ar-SA" sz="1250" b="0" dirty="0">
                <a:solidFill>
                  <a:srgbClr val="B4B1CC"/>
                </a:solidFill>
                <a:latin typeface="Tajawal"/>
                <a:ea typeface="Tajawal"/>
                <a:cs typeface="Tajawal"/>
              </a:rPr>
              <a:t>ملاحظات على السلامة والتطبيق الواقعي داخل الفعاليات.</a:t>
            </a:r>
            <a:endParaRPr lang="ar-SA" sz="1200" dirty="0"/>
          </a:p>
          <a:p>
            <a:pPr marL="182880" indent="-182880" algn="r" rtl="1">
              <a:lnSpc>
                <a:spcPct val="105000"/>
              </a:lnSpc>
              <a:spcBef>
                <a:spcPts val="0"/>
              </a:spcBef>
              <a:spcAft>
                <a:spcPts val="800"/>
              </a:spcAft>
              <a:buClr>
                <a:srgbClr val="FF4D6D"/>
              </a:buClr>
              <a:buSzPct val="100000"/>
              <a:buFont typeface="Tajawal"/>
              <a:buChar char="•"/>
            </a:pPr>
            <a:r>
              <a:rPr lang="ar-SA" sz="1250" b="0" dirty="0">
                <a:solidFill>
                  <a:srgbClr val="B4B1CC"/>
                </a:solidFill>
                <a:latin typeface="Tajawal"/>
                <a:ea typeface="Tajawal"/>
                <a:cs typeface="Tajawal"/>
              </a:rPr>
              <a:t>التعاون مع الجهات المنظمة لإكسبو 2030 وفرق الطوارئ لتجربة النظام وتقييم فعاليته.</a:t>
            </a:r>
            <a:endParaRPr lang="ar-SA" sz="1200" dirty="0"/>
          </a:p>
        </p:txBody>
      </p:sp>
      <p:sp>
        <p:nvSpPr>
          <p:cNvPr id="358" name="Column card 358"/>
          <p:cNvSpPr/>
          <p:nvPr/>
        </p:nvSpPr>
        <p:spPr>
          <a:xfrm>
            <a:off x="457200" y="1298448"/>
            <a:ext cx="2609088" cy="2788920"/>
          </a:xfrm>
          <a:prstGeom prst="roundRect">
            <a:avLst>
              <a:gd name="adj" fmla="val 5607"/>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indent="0" algn="r" rtl="1">
              <a:lnSpc>
                <a:spcPct val="110000"/>
              </a:lnSpc>
              <a:spcBef>
                <a:spcPts val="0"/>
              </a:spcBef>
              <a:spcAft>
                <a:spcPts val="0"/>
              </a:spcAft>
              <a:buNone/>
            </a:pPr>
            <a:endParaRPr lang="ar-SA" sz="1200" dirty="0"/>
          </a:p>
        </p:txBody>
      </p:sp>
      <p:sp>
        <p:nvSpPr>
          <p:cNvPr id="359" name="Dot 359"/>
          <p:cNvSpPr/>
          <p:nvPr/>
        </p:nvSpPr>
        <p:spPr>
          <a:xfrm>
            <a:off x="2773680" y="1572768"/>
            <a:ext cx="109728" cy="109728"/>
          </a:xfrm>
          <a:prstGeom prst="ellipse">
            <a:avLst/>
          </a:prstGeom>
          <a:gradFill rotWithShape="1">
            <a:gsLst>
              <a:gs pos="0">
                <a:srgbClr val="8F82F5"/>
              </a:gs>
              <a:gs pos="100000">
                <a:srgbClr val="FF4D6D"/>
              </a:gs>
            </a:gsLst>
            <a:lin ang="2700000" scaled="0"/>
          </a:gra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360" name="Column title 360"/>
          <p:cNvSpPr txBox="1"/>
          <p:nvPr/>
        </p:nvSpPr>
        <p:spPr>
          <a:xfrm>
            <a:off x="640080" y="1463040"/>
            <a:ext cx="2078736" cy="329184"/>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1550" b="1" dirty="0">
                <a:solidFill>
                  <a:srgbClr val="F5F5F8"/>
                </a:solidFill>
                <a:latin typeface="Tajawal"/>
                <a:ea typeface="Tajawal"/>
                <a:cs typeface="Tajawal"/>
              </a:rPr>
              <a:t>الخطوات القادمة</a:t>
            </a:r>
            <a:endParaRPr lang="ar-SA" sz="1200" dirty="0"/>
          </a:p>
        </p:txBody>
      </p:sp>
      <p:sp>
        <p:nvSpPr>
          <p:cNvPr id="361" name="Column list 361"/>
          <p:cNvSpPr txBox="1"/>
          <p:nvPr/>
        </p:nvSpPr>
        <p:spPr>
          <a:xfrm>
            <a:off x="640080" y="1956816"/>
            <a:ext cx="2243328" cy="2057400"/>
          </a:xfrm>
          <a:prstGeom prst="rect">
            <a:avLst/>
          </a:prstGeom>
          <a:noFill/>
          <a:ln>
            <a:noFill/>
          </a:ln>
        </p:spPr>
        <p:txBody>
          <a:bodyPr wrap="square" lIns="0" tIns="0" rIns="0" bIns="0" rtlCol="0" anchor="t">
            <a:noAutofit/>
          </a:bodyPr>
          <a:lstStyle/>
          <a:p>
            <a:pPr marL="182880" indent="-182880" algn="r" rtl="1">
              <a:lnSpc>
                <a:spcPct val="105000"/>
              </a:lnSpc>
              <a:spcBef>
                <a:spcPts val="0"/>
              </a:spcBef>
              <a:spcAft>
                <a:spcPts val="800"/>
              </a:spcAft>
              <a:buClr>
                <a:srgbClr val="8F82F5"/>
              </a:buClr>
              <a:buSzPct val="100000"/>
              <a:buFont typeface="Tajawal"/>
              <a:buAutoNum type="arabicPeriod"/>
            </a:pPr>
            <a:r>
              <a:rPr lang="ar-SA" sz="1250" b="0" dirty="0">
                <a:solidFill>
                  <a:srgbClr val="F5F5F8"/>
                </a:solidFill>
                <a:latin typeface="Tajawal"/>
                <a:ea typeface="Tajawal"/>
                <a:cs typeface="Tajawal"/>
              </a:rPr>
              <a:t>الانتقال من المحاكاة إلى التجارب الميدانية باستخدام درون حقيقي.</a:t>
            </a:r>
            <a:endParaRPr lang="ar-SA" sz="1200" dirty="0"/>
          </a:p>
          <a:p>
            <a:pPr marL="182880" indent="-182880" algn="r" rtl="1">
              <a:lnSpc>
                <a:spcPct val="105000"/>
              </a:lnSpc>
              <a:spcBef>
                <a:spcPts val="0"/>
              </a:spcBef>
              <a:spcAft>
                <a:spcPts val="800"/>
              </a:spcAft>
              <a:buClr>
                <a:srgbClr val="8F82F5"/>
              </a:buClr>
              <a:buSzPct val="100000"/>
              <a:buFont typeface="Tajawal"/>
              <a:buAutoNum type="arabicPeriod"/>
            </a:pPr>
            <a:r>
              <a:rPr lang="ar-SA" sz="1250" b="0" dirty="0">
                <a:solidFill>
                  <a:srgbClr val="F5F5F8"/>
                </a:solidFill>
                <a:latin typeface="Tajawal"/>
                <a:ea typeface="Tajawal"/>
                <a:cs typeface="Tajawal"/>
              </a:rPr>
              <a:t>تطوير النظام لإعادة تخطيط المسار لحظيًا عند تغير كثافة المشاة.</a:t>
            </a:r>
            <a:endParaRPr lang="ar-SA" sz="1200" dirty="0"/>
          </a:p>
          <a:p>
            <a:pPr marL="182880" indent="-182880" algn="r" rtl="1">
              <a:lnSpc>
                <a:spcPct val="105000"/>
              </a:lnSpc>
              <a:spcBef>
                <a:spcPts val="0"/>
              </a:spcBef>
              <a:spcAft>
                <a:spcPts val="800"/>
              </a:spcAft>
              <a:buClr>
                <a:srgbClr val="8F82F5"/>
              </a:buClr>
              <a:buSzPct val="100000"/>
              <a:buFont typeface="Tajawal"/>
              <a:buAutoNum type="arabicPeriod"/>
            </a:pPr>
            <a:r>
              <a:rPr lang="ar-SA" sz="1250" b="0" dirty="0">
                <a:solidFill>
                  <a:srgbClr val="F5F5F8"/>
                </a:solidFill>
                <a:latin typeface="Tajawal"/>
                <a:ea typeface="Tajawal"/>
                <a:cs typeface="Tajawal"/>
              </a:rPr>
              <a:t>تحسين دقة تقدير زمن وصول مركبات الطوارئ.</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fade">
                                      <p:cBhvr>
                                        <p:cTn id="7" dur="700"/>
                                        <p:tgtEl>
                                          <p:spTgt spid="348"/>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49"/>
                                        </p:tgtEl>
                                        <p:attrNameLst>
                                          <p:attrName>style.visibility</p:attrName>
                                        </p:attrNameLst>
                                      </p:cBhvr>
                                      <p:to>
                                        <p:strVal val="visible"/>
                                      </p:to>
                                    </p:set>
                                    <p:animEffect transition="in" filter="fade">
                                      <p:cBhvr>
                                        <p:cTn id="10" dur="600"/>
                                        <p:tgtEl>
                                          <p:spTgt spid="349"/>
                                        </p:tgtEl>
                                      </p:cBhvr>
                                    </p:animEffect>
                                    <p:anim calcmode="lin" valueType="num">
                                      <p:cBhvr>
                                        <p:cTn id="11" dur="600" fill="hold">
                                          <p:stCondLst>
                                            <p:cond delay="0"/>
                                          </p:stCondLst>
                                        </p:cTn>
                                        <p:tgtEl>
                                          <p:spTgt spid="349"/>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349"/>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350"/>
                                        </p:tgtEl>
                                        <p:attrNameLst>
                                          <p:attrName>style.visibility</p:attrName>
                                        </p:attrNameLst>
                                      </p:cBhvr>
                                      <p:to>
                                        <p:strVal val="visible"/>
                                      </p:to>
                                    </p:set>
                                    <p:animEffect transition="in" filter="fade">
                                      <p:cBhvr>
                                        <p:cTn id="15" dur="600"/>
                                        <p:tgtEl>
                                          <p:spTgt spid="350"/>
                                        </p:tgtEl>
                                      </p:cBhvr>
                                    </p:animEffect>
                                    <p:anim calcmode="lin" valueType="num">
                                      <p:cBhvr>
                                        <p:cTn id="16" dur="600" fill="hold">
                                          <p:stCondLst>
                                            <p:cond delay="0"/>
                                          </p:stCondLst>
                                        </p:cTn>
                                        <p:tgtEl>
                                          <p:spTgt spid="350"/>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350"/>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351"/>
                                        </p:tgtEl>
                                        <p:attrNameLst>
                                          <p:attrName>style.visibility</p:attrName>
                                        </p:attrNameLst>
                                      </p:cBhvr>
                                      <p:to>
                                        <p:strVal val="visible"/>
                                      </p:to>
                                    </p:set>
                                    <p:animEffect transition="in" filter="fade">
                                      <p:cBhvr>
                                        <p:cTn id="20" dur="600"/>
                                        <p:tgtEl>
                                          <p:spTgt spid="351"/>
                                        </p:tgtEl>
                                      </p:cBhvr>
                                    </p:animEffect>
                                    <p:anim calcmode="lin" valueType="num">
                                      <p:cBhvr>
                                        <p:cTn id="21" dur="600" fill="hold">
                                          <p:stCondLst>
                                            <p:cond delay="0"/>
                                          </p:stCondLst>
                                        </p:cTn>
                                        <p:tgtEl>
                                          <p:spTgt spid="351"/>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351"/>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352"/>
                                        </p:tgtEl>
                                        <p:attrNameLst>
                                          <p:attrName>style.visibility</p:attrName>
                                        </p:attrNameLst>
                                      </p:cBhvr>
                                      <p:to>
                                        <p:strVal val="visible"/>
                                      </p:to>
                                    </p:set>
                                    <p:animEffect transition="in" filter="fade">
                                      <p:cBhvr>
                                        <p:cTn id="25" dur="600"/>
                                        <p:tgtEl>
                                          <p:spTgt spid="352"/>
                                        </p:tgtEl>
                                      </p:cBhvr>
                                    </p:animEffect>
                                    <p:anim calcmode="lin" valueType="num">
                                      <p:cBhvr>
                                        <p:cTn id="26" dur="600" fill="hold">
                                          <p:stCondLst>
                                            <p:cond delay="0"/>
                                          </p:stCondLst>
                                        </p:cTn>
                                        <p:tgtEl>
                                          <p:spTgt spid="352"/>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352"/>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350"/>
                                  </p:stCondLst>
                                  <p:childTnLst>
                                    <p:set>
                                      <p:cBhvr>
                                        <p:cTn id="29" dur="1" fill="hold">
                                          <p:stCondLst>
                                            <p:cond delay="0"/>
                                          </p:stCondLst>
                                        </p:cTn>
                                        <p:tgtEl>
                                          <p:spTgt spid="353"/>
                                        </p:tgtEl>
                                        <p:attrNameLst>
                                          <p:attrName>style.visibility</p:attrName>
                                        </p:attrNameLst>
                                      </p:cBhvr>
                                      <p:to>
                                        <p:strVal val="visible"/>
                                      </p:to>
                                    </p:set>
                                    <p:animEffect transition="in" filter="fade">
                                      <p:cBhvr>
                                        <p:cTn id="30" dur="600"/>
                                        <p:tgtEl>
                                          <p:spTgt spid="353"/>
                                        </p:tgtEl>
                                      </p:cBhvr>
                                    </p:animEffect>
                                    <p:anim calcmode="lin" valueType="num">
                                      <p:cBhvr>
                                        <p:cTn id="31" dur="600" fill="hold">
                                          <p:stCondLst>
                                            <p:cond delay="0"/>
                                          </p:stCondLst>
                                        </p:cTn>
                                        <p:tgtEl>
                                          <p:spTgt spid="353"/>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353"/>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p:stCondLst>
                                    <p:cond delay="510"/>
                                  </p:stCondLst>
                                  <p:childTnLst>
                                    <p:set>
                                      <p:cBhvr>
                                        <p:cTn id="34" dur="1" fill="hold">
                                          <p:stCondLst>
                                            <p:cond delay="0"/>
                                          </p:stCondLst>
                                        </p:cTn>
                                        <p:tgtEl>
                                          <p:spTgt spid="354"/>
                                        </p:tgtEl>
                                        <p:attrNameLst>
                                          <p:attrName>style.visibility</p:attrName>
                                        </p:attrNameLst>
                                      </p:cBhvr>
                                      <p:to>
                                        <p:strVal val="visible"/>
                                      </p:to>
                                    </p:set>
                                    <p:animEffect transition="in" filter="fade">
                                      <p:cBhvr>
                                        <p:cTn id="35" dur="600"/>
                                        <p:tgtEl>
                                          <p:spTgt spid="354"/>
                                        </p:tgtEl>
                                      </p:cBhvr>
                                    </p:animEffect>
                                    <p:anim calcmode="lin" valueType="num">
                                      <p:cBhvr>
                                        <p:cTn id="36" dur="600" fill="hold">
                                          <p:stCondLst>
                                            <p:cond delay="0"/>
                                          </p:stCondLst>
                                        </p:cTn>
                                        <p:tgtEl>
                                          <p:spTgt spid="354"/>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354"/>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510"/>
                                  </p:stCondLst>
                                  <p:childTnLst>
                                    <p:set>
                                      <p:cBhvr>
                                        <p:cTn id="39" dur="1" fill="hold">
                                          <p:stCondLst>
                                            <p:cond delay="0"/>
                                          </p:stCondLst>
                                        </p:cTn>
                                        <p:tgtEl>
                                          <p:spTgt spid="355"/>
                                        </p:tgtEl>
                                        <p:attrNameLst>
                                          <p:attrName>style.visibility</p:attrName>
                                        </p:attrNameLst>
                                      </p:cBhvr>
                                      <p:to>
                                        <p:strVal val="visible"/>
                                      </p:to>
                                    </p:set>
                                    <p:animEffect transition="in" filter="fade">
                                      <p:cBhvr>
                                        <p:cTn id="40" dur="600"/>
                                        <p:tgtEl>
                                          <p:spTgt spid="355"/>
                                        </p:tgtEl>
                                      </p:cBhvr>
                                    </p:animEffect>
                                    <p:anim calcmode="lin" valueType="num">
                                      <p:cBhvr>
                                        <p:cTn id="41" dur="600" fill="hold">
                                          <p:stCondLst>
                                            <p:cond delay="0"/>
                                          </p:stCondLst>
                                        </p:cTn>
                                        <p:tgtEl>
                                          <p:spTgt spid="355"/>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355"/>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510"/>
                                  </p:stCondLst>
                                  <p:childTnLst>
                                    <p:set>
                                      <p:cBhvr>
                                        <p:cTn id="44" dur="1" fill="hold">
                                          <p:stCondLst>
                                            <p:cond delay="0"/>
                                          </p:stCondLst>
                                        </p:cTn>
                                        <p:tgtEl>
                                          <p:spTgt spid="356"/>
                                        </p:tgtEl>
                                        <p:attrNameLst>
                                          <p:attrName>style.visibility</p:attrName>
                                        </p:attrNameLst>
                                      </p:cBhvr>
                                      <p:to>
                                        <p:strVal val="visible"/>
                                      </p:to>
                                    </p:set>
                                    <p:animEffect transition="in" filter="fade">
                                      <p:cBhvr>
                                        <p:cTn id="45" dur="600"/>
                                        <p:tgtEl>
                                          <p:spTgt spid="356"/>
                                        </p:tgtEl>
                                      </p:cBhvr>
                                    </p:animEffect>
                                    <p:anim calcmode="lin" valueType="num">
                                      <p:cBhvr>
                                        <p:cTn id="46" dur="600" fill="hold">
                                          <p:stCondLst>
                                            <p:cond delay="0"/>
                                          </p:stCondLst>
                                        </p:cTn>
                                        <p:tgtEl>
                                          <p:spTgt spid="356"/>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356"/>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510"/>
                                  </p:stCondLst>
                                  <p:childTnLst>
                                    <p:set>
                                      <p:cBhvr>
                                        <p:cTn id="49" dur="1" fill="hold">
                                          <p:stCondLst>
                                            <p:cond delay="0"/>
                                          </p:stCondLst>
                                        </p:cTn>
                                        <p:tgtEl>
                                          <p:spTgt spid="357"/>
                                        </p:tgtEl>
                                        <p:attrNameLst>
                                          <p:attrName>style.visibility</p:attrName>
                                        </p:attrNameLst>
                                      </p:cBhvr>
                                      <p:to>
                                        <p:strVal val="visible"/>
                                      </p:to>
                                    </p:set>
                                    <p:animEffect transition="in" filter="fade">
                                      <p:cBhvr>
                                        <p:cTn id="50" dur="600"/>
                                        <p:tgtEl>
                                          <p:spTgt spid="357"/>
                                        </p:tgtEl>
                                      </p:cBhvr>
                                    </p:animEffect>
                                    <p:anim calcmode="lin" valueType="num">
                                      <p:cBhvr>
                                        <p:cTn id="51" dur="600" fill="hold">
                                          <p:stCondLst>
                                            <p:cond delay="0"/>
                                          </p:stCondLst>
                                        </p:cTn>
                                        <p:tgtEl>
                                          <p:spTgt spid="357"/>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357"/>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670"/>
                                  </p:stCondLst>
                                  <p:childTnLst>
                                    <p:set>
                                      <p:cBhvr>
                                        <p:cTn id="54" dur="1" fill="hold">
                                          <p:stCondLst>
                                            <p:cond delay="0"/>
                                          </p:stCondLst>
                                        </p:cTn>
                                        <p:tgtEl>
                                          <p:spTgt spid="358"/>
                                        </p:tgtEl>
                                        <p:attrNameLst>
                                          <p:attrName>style.visibility</p:attrName>
                                        </p:attrNameLst>
                                      </p:cBhvr>
                                      <p:to>
                                        <p:strVal val="visible"/>
                                      </p:to>
                                    </p:set>
                                    <p:animEffect transition="in" filter="fade">
                                      <p:cBhvr>
                                        <p:cTn id="55" dur="600"/>
                                        <p:tgtEl>
                                          <p:spTgt spid="358"/>
                                        </p:tgtEl>
                                      </p:cBhvr>
                                    </p:animEffect>
                                    <p:anim calcmode="lin" valueType="num">
                                      <p:cBhvr>
                                        <p:cTn id="56" dur="600" fill="hold">
                                          <p:stCondLst>
                                            <p:cond delay="0"/>
                                          </p:stCondLst>
                                        </p:cTn>
                                        <p:tgtEl>
                                          <p:spTgt spid="358"/>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358"/>
                                        </p:tgtEl>
                                        <p:attrNameLst>
                                          <p:attrName>ppt_y</p:attrName>
                                        </p:attrNameLst>
                                      </p:cBhvr>
                                      <p:tavLst>
                                        <p:tav tm="0">
                                          <p:val>
                                            <p:strVal val="#ppt_y+0.04"/>
                                          </p:val>
                                        </p:tav>
                                        <p:tav tm="100000">
                                          <p:val>
                                            <p:strVal val="#ppt_y"/>
                                          </p:val>
                                        </p:tav>
                                      </p:tavLst>
                                    </p:anim>
                                  </p:childTnLst>
                                </p:cTn>
                              </p:par>
                              <p:par>
                                <p:cTn id="58" presetID="42" presetClass="entr" presetSubtype="0" fill="hold" grpId="0" nodeType="withEffect">
                                  <p:stCondLst>
                                    <p:cond delay="670"/>
                                  </p:stCondLst>
                                  <p:childTnLst>
                                    <p:set>
                                      <p:cBhvr>
                                        <p:cTn id="59" dur="1" fill="hold">
                                          <p:stCondLst>
                                            <p:cond delay="0"/>
                                          </p:stCondLst>
                                        </p:cTn>
                                        <p:tgtEl>
                                          <p:spTgt spid="359"/>
                                        </p:tgtEl>
                                        <p:attrNameLst>
                                          <p:attrName>style.visibility</p:attrName>
                                        </p:attrNameLst>
                                      </p:cBhvr>
                                      <p:to>
                                        <p:strVal val="visible"/>
                                      </p:to>
                                    </p:set>
                                    <p:animEffect transition="in" filter="fade">
                                      <p:cBhvr>
                                        <p:cTn id="60" dur="600"/>
                                        <p:tgtEl>
                                          <p:spTgt spid="359"/>
                                        </p:tgtEl>
                                      </p:cBhvr>
                                    </p:animEffect>
                                    <p:anim calcmode="lin" valueType="num">
                                      <p:cBhvr>
                                        <p:cTn id="61" dur="600" fill="hold">
                                          <p:stCondLst>
                                            <p:cond delay="0"/>
                                          </p:stCondLst>
                                        </p:cTn>
                                        <p:tgtEl>
                                          <p:spTgt spid="359"/>
                                        </p:tgtEl>
                                        <p:attrNameLst>
                                          <p:attrName>ppt_x</p:attrName>
                                        </p:attrNameLst>
                                      </p:cBhvr>
                                      <p:tavLst>
                                        <p:tav tm="0">
                                          <p:val>
                                            <p:strVal val="#ppt_x"/>
                                          </p:val>
                                        </p:tav>
                                        <p:tav tm="100000">
                                          <p:val>
                                            <p:strVal val="#ppt_x"/>
                                          </p:val>
                                        </p:tav>
                                      </p:tavLst>
                                    </p:anim>
                                    <p:anim calcmode="lin" valueType="num">
                                      <p:cBhvr>
                                        <p:cTn id="62" dur="600" decel="100000" fill="hold">
                                          <p:stCondLst>
                                            <p:cond delay="0"/>
                                          </p:stCondLst>
                                        </p:cTn>
                                        <p:tgtEl>
                                          <p:spTgt spid="359"/>
                                        </p:tgtEl>
                                        <p:attrNameLst>
                                          <p:attrName>ppt_y</p:attrName>
                                        </p:attrNameLst>
                                      </p:cBhvr>
                                      <p:tavLst>
                                        <p:tav tm="0">
                                          <p:val>
                                            <p:strVal val="#ppt_y+0.04"/>
                                          </p:val>
                                        </p:tav>
                                        <p:tav tm="100000">
                                          <p:val>
                                            <p:strVal val="#ppt_y"/>
                                          </p:val>
                                        </p:tav>
                                      </p:tavLst>
                                    </p:anim>
                                  </p:childTnLst>
                                </p:cTn>
                              </p:par>
                              <p:par>
                                <p:cTn id="63" presetID="42" presetClass="entr" presetSubtype="0" fill="hold" grpId="0" nodeType="withEffect">
                                  <p:stCondLst>
                                    <p:cond delay="670"/>
                                  </p:stCondLst>
                                  <p:childTnLst>
                                    <p:set>
                                      <p:cBhvr>
                                        <p:cTn id="64" dur="1" fill="hold">
                                          <p:stCondLst>
                                            <p:cond delay="0"/>
                                          </p:stCondLst>
                                        </p:cTn>
                                        <p:tgtEl>
                                          <p:spTgt spid="360"/>
                                        </p:tgtEl>
                                        <p:attrNameLst>
                                          <p:attrName>style.visibility</p:attrName>
                                        </p:attrNameLst>
                                      </p:cBhvr>
                                      <p:to>
                                        <p:strVal val="visible"/>
                                      </p:to>
                                    </p:set>
                                    <p:animEffect transition="in" filter="fade">
                                      <p:cBhvr>
                                        <p:cTn id="65" dur="600"/>
                                        <p:tgtEl>
                                          <p:spTgt spid="360"/>
                                        </p:tgtEl>
                                      </p:cBhvr>
                                    </p:animEffect>
                                    <p:anim calcmode="lin" valueType="num">
                                      <p:cBhvr>
                                        <p:cTn id="66" dur="600" fill="hold">
                                          <p:stCondLst>
                                            <p:cond delay="0"/>
                                          </p:stCondLst>
                                        </p:cTn>
                                        <p:tgtEl>
                                          <p:spTgt spid="360"/>
                                        </p:tgtEl>
                                        <p:attrNameLst>
                                          <p:attrName>ppt_x</p:attrName>
                                        </p:attrNameLst>
                                      </p:cBhvr>
                                      <p:tavLst>
                                        <p:tav tm="0">
                                          <p:val>
                                            <p:strVal val="#ppt_x"/>
                                          </p:val>
                                        </p:tav>
                                        <p:tav tm="100000">
                                          <p:val>
                                            <p:strVal val="#ppt_x"/>
                                          </p:val>
                                        </p:tav>
                                      </p:tavLst>
                                    </p:anim>
                                    <p:anim calcmode="lin" valueType="num">
                                      <p:cBhvr>
                                        <p:cTn id="67" dur="600" decel="100000" fill="hold">
                                          <p:stCondLst>
                                            <p:cond delay="0"/>
                                          </p:stCondLst>
                                        </p:cTn>
                                        <p:tgtEl>
                                          <p:spTgt spid="360"/>
                                        </p:tgtEl>
                                        <p:attrNameLst>
                                          <p:attrName>ppt_y</p:attrName>
                                        </p:attrNameLst>
                                      </p:cBhvr>
                                      <p:tavLst>
                                        <p:tav tm="0">
                                          <p:val>
                                            <p:strVal val="#ppt_y+0.04"/>
                                          </p:val>
                                        </p:tav>
                                        <p:tav tm="100000">
                                          <p:val>
                                            <p:strVal val="#ppt_y"/>
                                          </p:val>
                                        </p:tav>
                                      </p:tavLst>
                                    </p:anim>
                                  </p:childTnLst>
                                </p:cTn>
                              </p:par>
                              <p:par>
                                <p:cTn id="68" presetID="42" presetClass="entr" presetSubtype="0" fill="hold" grpId="0" nodeType="withEffect">
                                  <p:stCondLst>
                                    <p:cond delay="670"/>
                                  </p:stCondLst>
                                  <p:childTnLst>
                                    <p:set>
                                      <p:cBhvr>
                                        <p:cTn id="69" dur="1" fill="hold">
                                          <p:stCondLst>
                                            <p:cond delay="0"/>
                                          </p:stCondLst>
                                        </p:cTn>
                                        <p:tgtEl>
                                          <p:spTgt spid="361"/>
                                        </p:tgtEl>
                                        <p:attrNameLst>
                                          <p:attrName>style.visibility</p:attrName>
                                        </p:attrNameLst>
                                      </p:cBhvr>
                                      <p:to>
                                        <p:strVal val="visible"/>
                                      </p:to>
                                    </p:set>
                                    <p:animEffect transition="in" filter="fade">
                                      <p:cBhvr>
                                        <p:cTn id="70" dur="600"/>
                                        <p:tgtEl>
                                          <p:spTgt spid="361"/>
                                        </p:tgtEl>
                                      </p:cBhvr>
                                    </p:animEffect>
                                    <p:anim calcmode="lin" valueType="num">
                                      <p:cBhvr>
                                        <p:cTn id="71" dur="600" fill="hold">
                                          <p:stCondLst>
                                            <p:cond delay="0"/>
                                          </p:stCondLst>
                                        </p:cTn>
                                        <p:tgtEl>
                                          <p:spTgt spid="361"/>
                                        </p:tgtEl>
                                        <p:attrNameLst>
                                          <p:attrName>ppt_x</p:attrName>
                                        </p:attrNameLst>
                                      </p:cBhvr>
                                      <p:tavLst>
                                        <p:tav tm="0">
                                          <p:val>
                                            <p:strVal val="#ppt_x"/>
                                          </p:val>
                                        </p:tav>
                                        <p:tav tm="100000">
                                          <p:val>
                                            <p:strVal val="#ppt_x"/>
                                          </p:val>
                                        </p:tav>
                                      </p:tavLst>
                                    </p:anim>
                                    <p:anim calcmode="lin" valueType="num">
                                      <p:cBhvr>
                                        <p:cTn id="72" dur="600" decel="100000" fill="hold">
                                          <p:stCondLst>
                                            <p:cond delay="0"/>
                                          </p:stCondLst>
                                        </p:cTn>
                                        <p:tgtEl>
                                          <p:spTgt spid="36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animBg="1"/>
      <p:bldP spid="349" grpId="0" animBg="1"/>
      <p:bldP spid="350" grpId="0" animBg="1"/>
      <p:bldP spid="351" grpId="0" animBg="1"/>
      <p:bldP spid="352" grpId="0" animBg="1"/>
      <p:bldP spid="353" grpId="0" animBg="1"/>
      <p:bldP spid="354" grpId="0" animBg="1"/>
      <p:bldP spid="355" grpId="0" animBg="1"/>
      <p:bldP spid="356" grpId="0" animBg="1"/>
      <p:bldP spid="357" grpId="0" animBg="1"/>
      <p:bldP spid="358" grpId="0" animBg="1"/>
      <p:bldP spid="359" grpId="0" animBg="1"/>
      <p:bldP spid="360" grpId="0" animBg="1"/>
      <p:bldP spid="36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4">
          <a:extLst>
            <a:ext uri="{FF2B5EF4-FFF2-40B4-BE49-F238E27FC236}">
              <a16:creationId xmlns:a16="http://schemas.microsoft.com/office/drawing/2014/main" id="{8CF1ADEE-5E57-1549-4ABB-A942CA79BC57}"/>
            </a:ext>
          </a:extLst>
        </p:cNvPr>
        <p:cNvGrpSpPr/>
        <p:nvPr/>
      </p:nvGrpSpPr>
      <p:grpSpPr>
        <a:xfrm>
          <a:off x="0" y="0"/>
          <a:ext cx="0" cy="0"/>
          <a:chOff x="0" y="0"/>
          <a:chExt cx="0" cy="0"/>
        </a:xfrm>
      </p:grpSpPr>
      <p:sp>
        <p:nvSpPr>
          <p:cNvPr id="348" name="Kicker 348">
            <a:extLst>
              <a:ext uri="{FF2B5EF4-FFF2-40B4-BE49-F238E27FC236}">
                <a16:creationId xmlns:a16="http://schemas.microsoft.com/office/drawing/2014/main" id="{E19332C1-408F-B529-101E-8D44AB370F2C}"/>
              </a:ext>
            </a:extLst>
          </p:cNvPr>
          <p:cNvSpPr txBox="1"/>
          <p:nvPr/>
        </p:nvSpPr>
        <p:spPr>
          <a:xfrm>
            <a:off x="457200" y="365760"/>
            <a:ext cx="8229600" cy="256032"/>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en-US" sz="1100" b="1">
                <a:solidFill>
                  <a:srgbClr val="FF4D6D"/>
                </a:solidFill>
                <a:latin typeface="Tajawal"/>
                <a:ea typeface="Tajawal"/>
                <a:cs typeface="Tajawal"/>
              </a:rPr>
              <a:t>16</a:t>
            </a:r>
            <a:r>
              <a:rPr lang="ar-SA" sz="1100" b="0">
                <a:solidFill>
                  <a:srgbClr val="F5F5F8"/>
                </a:solidFill>
                <a:latin typeface="Tajawal"/>
                <a:ea typeface="Tajawal"/>
                <a:cs typeface="Tajawal"/>
              </a:rPr>
              <a:t>   </a:t>
            </a:r>
            <a:r>
              <a:rPr lang="ar-SA" sz="1100" b="1" dirty="0">
                <a:solidFill>
                  <a:srgbClr val="B4B1CC"/>
                </a:solidFill>
                <a:latin typeface="Tajawal"/>
                <a:ea typeface="Tajawal"/>
                <a:cs typeface="Tajawal"/>
              </a:rPr>
              <a:t>المرحلة القادمة</a:t>
            </a:r>
            <a:endParaRPr lang="ar-SA" sz="1200" dirty="0"/>
          </a:p>
        </p:txBody>
      </p:sp>
      <p:sp>
        <p:nvSpPr>
          <p:cNvPr id="349" name="Title 349">
            <a:extLst>
              <a:ext uri="{FF2B5EF4-FFF2-40B4-BE49-F238E27FC236}">
                <a16:creationId xmlns:a16="http://schemas.microsoft.com/office/drawing/2014/main" id="{3BDCB42B-9CD2-9F50-53FA-5C1A83C95B1D}"/>
              </a:ext>
            </a:extLst>
          </p:cNvPr>
          <p:cNvSpPr txBox="1"/>
          <p:nvPr/>
        </p:nvSpPr>
        <p:spPr>
          <a:xfrm>
            <a:off x="457200" y="603504"/>
            <a:ext cx="8229600" cy="512064"/>
          </a:xfrm>
          <a:prstGeom prst="rect">
            <a:avLst/>
          </a:prstGeom>
          <a:noFill/>
          <a:ln>
            <a:noFill/>
          </a:ln>
        </p:spPr>
        <p:txBody>
          <a:bodyPr wrap="square" lIns="0" tIns="0" rIns="0" bIns="0" rtlCol="0" anchor="ctr">
            <a:noAutofit/>
          </a:bodyPr>
          <a:lstStyle/>
          <a:p>
            <a:pPr algn="r" rtl="1"/>
            <a:r>
              <a:rPr lang="ar-SA" sz="2400" b="1">
                <a:solidFill>
                  <a:srgbClr val="F5F5F8"/>
                </a:solidFill>
                <a:latin typeface="Tajawal"/>
                <a:ea typeface="Tajawal"/>
                <a:cs typeface="Tajawal"/>
              </a:rPr>
              <a:t>الجاهزية التقنية والتكلفة</a:t>
            </a:r>
          </a:p>
        </p:txBody>
      </p:sp>
      <p:sp>
        <p:nvSpPr>
          <p:cNvPr id="350" name="Column card 350">
            <a:extLst>
              <a:ext uri="{FF2B5EF4-FFF2-40B4-BE49-F238E27FC236}">
                <a16:creationId xmlns:a16="http://schemas.microsoft.com/office/drawing/2014/main" id="{DD6321A8-C64B-A210-A7C7-08B4426EE6E3}"/>
              </a:ext>
            </a:extLst>
          </p:cNvPr>
          <p:cNvSpPr/>
          <p:nvPr/>
        </p:nvSpPr>
        <p:spPr>
          <a:xfrm>
            <a:off x="4943260" y="1298448"/>
            <a:ext cx="3743540" cy="3672312"/>
          </a:xfrm>
          <a:prstGeom prst="roundRect">
            <a:avLst>
              <a:gd name="adj" fmla="val 5607"/>
            </a:avLst>
          </a:prstGeom>
          <a:solidFill>
            <a:srgbClr val="14131D">
              <a:alpha val="72000"/>
            </a:srgbClr>
          </a:solidFill>
          <a:ln w="9525">
            <a:solidFill>
              <a:srgbClr val="FFFFFF">
                <a:alpha val="12000"/>
              </a:srgbClr>
            </a:solidFill>
          </a:ln>
        </p:spPr>
        <p:txBody>
          <a:bodyPr wrap="square" lIns="164592" tIns="128016" rIns="164592" bIns="128016" rtlCol="0" anchor="t">
            <a:noAutofit/>
          </a:bodyPr>
          <a:lstStyle/>
          <a:p>
            <a:pPr marL="0" marR="0" indent="0" algn="l" rtl="0">
              <a:lnSpc>
                <a:spcPct val="110000"/>
              </a:lnSpc>
              <a:spcBef>
                <a:spcPts val="0"/>
              </a:spcBef>
              <a:spcAft>
                <a:spcPts val="0"/>
              </a:spcAft>
              <a:buClr>
                <a:srgbClr val="000000"/>
              </a:buClr>
              <a:buFont typeface="Arial"/>
              <a:buNone/>
            </a:pPr>
            <a:endParaRPr lang="ar-SA" sz="1200" dirty="0"/>
          </a:p>
        </p:txBody>
      </p:sp>
      <p:sp>
        <p:nvSpPr>
          <p:cNvPr id="351" name="Dot 351">
            <a:extLst>
              <a:ext uri="{FF2B5EF4-FFF2-40B4-BE49-F238E27FC236}">
                <a16:creationId xmlns:a16="http://schemas.microsoft.com/office/drawing/2014/main" id="{A4BD939D-0718-13C4-1E98-5CC5C3A6DDC0}"/>
              </a:ext>
            </a:extLst>
          </p:cNvPr>
          <p:cNvSpPr/>
          <p:nvPr/>
        </p:nvSpPr>
        <p:spPr>
          <a:xfrm>
            <a:off x="8394192" y="1572768"/>
            <a:ext cx="109728" cy="109728"/>
          </a:xfrm>
          <a:prstGeom prst="ellipse">
            <a:avLst/>
          </a:prstGeom>
          <a:solidFill>
            <a:srgbClr val="FF4D6D"/>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sp>
        <p:nvSpPr>
          <p:cNvPr id="352" name="Column title 352">
            <a:extLst>
              <a:ext uri="{FF2B5EF4-FFF2-40B4-BE49-F238E27FC236}">
                <a16:creationId xmlns:a16="http://schemas.microsoft.com/office/drawing/2014/main" id="{3189017B-432B-2DBD-FFA4-464B86CE4E3C}"/>
              </a:ext>
            </a:extLst>
          </p:cNvPr>
          <p:cNvSpPr txBox="1"/>
          <p:nvPr/>
        </p:nvSpPr>
        <p:spPr>
          <a:xfrm>
            <a:off x="7821260" y="1463040"/>
            <a:ext cx="2078736" cy="329184"/>
          </a:xfrm>
          <a:prstGeom prst="rect">
            <a:avLst/>
          </a:prstGeom>
          <a:noFill/>
          <a:ln>
            <a:noFill/>
          </a:ln>
        </p:spPr>
        <p:txBody>
          <a:bodyPr wrap="square" lIns="0" tIns="0" rIns="0" bIns="0" rtlCol="0" anchor="ctr">
            <a:noAutofit/>
          </a:bodyPr>
          <a:lstStyle/>
          <a:p>
            <a:pPr marL="0" marR="0" indent="0" algn="l" rtl="0">
              <a:lnSpc>
                <a:spcPct val="110000"/>
              </a:lnSpc>
              <a:spcBef>
                <a:spcPts val="0"/>
              </a:spcBef>
              <a:spcAft>
                <a:spcPts val="0"/>
              </a:spcAft>
              <a:buClr>
                <a:srgbClr val="000000"/>
              </a:buClr>
              <a:buFont typeface="Arial"/>
              <a:buNone/>
            </a:pPr>
            <a:r>
              <a:rPr lang="en-US" sz="1550" b="1">
                <a:solidFill>
                  <a:srgbClr val="F5F5F8"/>
                </a:solidFill>
                <a:latin typeface="Tajawal"/>
              </a:rPr>
              <a:t>TRL</a:t>
            </a:r>
            <a:endParaRPr lang="ar-SA" sz="1200" dirty="0"/>
          </a:p>
        </p:txBody>
      </p:sp>
      <p:sp>
        <p:nvSpPr>
          <p:cNvPr id="353" name="Column list 353">
            <a:extLst>
              <a:ext uri="{FF2B5EF4-FFF2-40B4-BE49-F238E27FC236}">
                <a16:creationId xmlns:a16="http://schemas.microsoft.com/office/drawing/2014/main" id="{7BA03C78-E4BD-9756-78D0-8F465711DF84}"/>
              </a:ext>
            </a:extLst>
          </p:cNvPr>
          <p:cNvSpPr txBox="1"/>
          <p:nvPr/>
        </p:nvSpPr>
        <p:spPr>
          <a:xfrm>
            <a:off x="6260592" y="1911096"/>
            <a:ext cx="2243328" cy="2057400"/>
          </a:xfrm>
          <a:prstGeom prst="rect">
            <a:avLst/>
          </a:prstGeom>
          <a:noFill/>
          <a:ln>
            <a:noFill/>
          </a:ln>
        </p:spPr>
        <p:txBody>
          <a:bodyPr wrap="square" lIns="0" tIns="0" rIns="0" bIns="0" rtlCol="0" anchor="t">
            <a:noAutofit/>
          </a:bodyPr>
          <a:lstStyle/>
          <a:p>
            <a:pPr algn="r" rtl="1"/>
            <a:r>
              <a:rPr lang="ar-SA" b="1">
                <a:solidFill>
                  <a:srgbClr val="F5F5F8"/>
                </a:solidFill>
                <a:latin typeface="Tajawal"/>
                <a:ea typeface="Tajawal"/>
                <a:cs typeface="Tajawal"/>
              </a:rPr>
              <a:t>مستوى الجاهزية التقنية | </a:t>
            </a:r>
            <a:r>
              <a:rPr lang="en-US" b="1">
                <a:solidFill>
                  <a:srgbClr val="F5F5F8"/>
                </a:solidFill>
                <a:latin typeface="Tajawal"/>
                <a:ea typeface="Tajawal"/>
                <a:cs typeface="Tajawal"/>
              </a:rPr>
              <a:t>TRL 4</a:t>
            </a:r>
          </a:p>
          <a:p>
            <a:pPr algn="r" rtl="1"/>
            <a:r>
              <a:rPr lang="ar-SA" b="1">
                <a:solidFill>
                  <a:srgbClr val="F5F5F8"/>
                </a:solidFill>
                <a:latin typeface="Tajawal"/>
                <a:ea typeface="Tajawal"/>
                <a:cs typeface="Tajawal"/>
              </a:rPr>
              <a:t>تم تطوير نموذج أولي متكامل واختباره بنجاح في بيئة محاكاة.</a:t>
            </a:r>
          </a:p>
          <a:p>
            <a:pPr algn="r" rtl="1"/>
            <a:r>
              <a:rPr lang="ar-SA" b="1">
                <a:solidFill>
                  <a:srgbClr val="F5F5F8"/>
                </a:solidFill>
                <a:latin typeface="Tajawal"/>
                <a:ea typeface="Tajawal"/>
                <a:cs typeface="Tajawal"/>
              </a:rPr>
              <a:t>يجمع النظام بين رصد الحشود، تحليل المسارات، اتخاذ القرار، والتحكم الذاتي بالدرون ضمن منظومة واحدة.</a:t>
            </a:r>
          </a:p>
          <a:p>
            <a:pPr algn="r" rtl="1"/>
            <a:r>
              <a:rPr lang="ar-SA" b="1">
                <a:solidFill>
                  <a:srgbClr val="F5F5F8"/>
                </a:solidFill>
                <a:latin typeface="Tajawal"/>
                <a:ea typeface="Tajawal"/>
                <a:cs typeface="Tajawal"/>
              </a:rPr>
              <a:t>تم إثبات الفكرة تقنيًا وإظهار دورة المهمة كاملة من</a:t>
            </a:r>
            <a:endParaRPr lang="en-US" b="1">
              <a:solidFill>
                <a:srgbClr val="F5F5F8"/>
              </a:solidFill>
              <a:latin typeface="Tajawal"/>
              <a:ea typeface="Tajawal"/>
              <a:cs typeface="Tajawal"/>
            </a:endParaRPr>
          </a:p>
          <a:p>
            <a:pPr algn="r" rtl="1"/>
            <a:r>
              <a:rPr lang="ar-SA" b="1">
                <a:solidFill>
                  <a:srgbClr val="F5F5F8"/>
                </a:solidFill>
                <a:latin typeface="Tajawal"/>
                <a:ea typeface="Tajawal"/>
                <a:cs typeface="Tajawal"/>
              </a:rPr>
              <a:t> الإدراك </a:t>
            </a:r>
            <a:r>
              <a:rPr lang="en-US" b="1">
                <a:solidFill>
                  <a:srgbClr val="F5F5F8"/>
                </a:solidFill>
                <a:latin typeface="Tajawal"/>
                <a:ea typeface="Tajawal"/>
                <a:cs typeface="Tajawal"/>
              </a:rPr>
              <a:t> -</a:t>
            </a:r>
            <a:r>
              <a:rPr lang="ar-SA" b="1">
                <a:solidFill>
                  <a:srgbClr val="F5F5F8"/>
                </a:solidFill>
                <a:latin typeface="Tajawal"/>
                <a:ea typeface="Tajawal"/>
                <a:cs typeface="Tajawal"/>
              </a:rPr>
              <a:t>القرار </a:t>
            </a:r>
            <a:r>
              <a:rPr lang="en-US" b="1">
                <a:solidFill>
                  <a:srgbClr val="F5F5F8"/>
                </a:solidFill>
                <a:latin typeface="Tajawal"/>
                <a:ea typeface="Tajawal"/>
                <a:cs typeface="Tajawal"/>
              </a:rPr>
              <a:t>-</a:t>
            </a:r>
            <a:r>
              <a:rPr lang="ar-SA" b="1">
                <a:solidFill>
                  <a:srgbClr val="F5F5F8"/>
                </a:solidFill>
                <a:latin typeface="Tajawal"/>
                <a:ea typeface="Tajawal"/>
                <a:cs typeface="Tajawal"/>
              </a:rPr>
              <a:t> التنفيذ.</a:t>
            </a:r>
            <a:endParaRPr lang="ar-SA" sz="900" dirty="0"/>
          </a:p>
        </p:txBody>
      </p:sp>
      <p:sp>
        <p:nvSpPr>
          <p:cNvPr id="356" name="Column title 356">
            <a:extLst>
              <a:ext uri="{FF2B5EF4-FFF2-40B4-BE49-F238E27FC236}">
                <a16:creationId xmlns:a16="http://schemas.microsoft.com/office/drawing/2014/main" id="{329DFA7A-4B34-C350-C462-5109BA780380}"/>
              </a:ext>
            </a:extLst>
          </p:cNvPr>
          <p:cNvSpPr txBox="1"/>
          <p:nvPr/>
        </p:nvSpPr>
        <p:spPr>
          <a:xfrm>
            <a:off x="3450336" y="1463040"/>
            <a:ext cx="2078736" cy="329184"/>
          </a:xfrm>
          <a:prstGeom prst="rect">
            <a:avLst/>
          </a:prstGeom>
          <a:noFill/>
          <a:ln>
            <a:noFill/>
          </a:ln>
        </p:spPr>
        <p:txBody>
          <a:bodyPr wrap="square" lIns="0" tIns="0" rIns="0" bIns="0" rtlCol="0" anchor="ctr">
            <a:noAutofit/>
          </a:bodyPr>
          <a:lstStyle/>
          <a:p>
            <a:pPr marL="0" marR="0" indent="0" algn="l" rtl="0">
              <a:lnSpc>
                <a:spcPct val="110000"/>
              </a:lnSpc>
              <a:spcBef>
                <a:spcPts val="0"/>
              </a:spcBef>
              <a:spcAft>
                <a:spcPts val="0"/>
              </a:spcAft>
              <a:buClr>
                <a:srgbClr val="000000"/>
              </a:buClr>
              <a:buFont typeface="Arial"/>
              <a:buNone/>
            </a:pPr>
            <a:endParaRPr lang="ar-SA" sz="1200" dirty="0"/>
          </a:p>
        </p:txBody>
      </p:sp>
      <p:sp>
        <p:nvSpPr>
          <p:cNvPr id="358" name="Column card 358">
            <a:extLst>
              <a:ext uri="{FF2B5EF4-FFF2-40B4-BE49-F238E27FC236}">
                <a16:creationId xmlns:a16="http://schemas.microsoft.com/office/drawing/2014/main" id="{39C1E431-3EBB-DA13-6A59-0049DFD1047A}"/>
              </a:ext>
            </a:extLst>
          </p:cNvPr>
          <p:cNvSpPr/>
          <p:nvPr/>
        </p:nvSpPr>
        <p:spPr>
          <a:xfrm>
            <a:off x="457200" y="1298447"/>
            <a:ext cx="4138588" cy="3672313"/>
          </a:xfrm>
          <a:prstGeom prst="roundRect">
            <a:avLst>
              <a:gd name="adj" fmla="val 5607"/>
            </a:avLst>
          </a:prstGeom>
          <a:gradFill rotWithShape="1">
            <a:gsLst>
              <a:gs pos="0">
                <a:srgbClr val="8F82F5">
                  <a:alpha val="22000"/>
                </a:srgbClr>
              </a:gs>
              <a:gs pos="100000">
                <a:srgbClr val="FF4D6D">
                  <a:alpha val="22000"/>
                </a:srgbClr>
              </a:gs>
            </a:gsLst>
            <a:lin ang="0" scaled="0"/>
          </a:gradFill>
          <a:ln w="9525">
            <a:solidFill>
              <a:srgbClr val="FF4D6D">
                <a:alpha val="45000"/>
              </a:srgbClr>
            </a:solidFill>
          </a:ln>
        </p:spPr>
        <p:txBody>
          <a:bodyPr wrap="square" lIns="164592" tIns="128016" rIns="164592" bIns="128016" rtlCol="0" anchor="t">
            <a:noAutofit/>
          </a:bodyPr>
          <a:lstStyle/>
          <a:p>
            <a:pPr marL="0" marR="0" indent="0" algn="l" rtl="0">
              <a:lnSpc>
                <a:spcPct val="110000"/>
              </a:lnSpc>
              <a:spcBef>
                <a:spcPts val="0"/>
              </a:spcBef>
              <a:spcAft>
                <a:spcPts val="0"/>
              </a:spcAft>
              <a:buClr>
                <a:srgbClr val="000000"/>
              </a:buClr>
              <a:buFont typeface="Arial"/>
              <a:buNone/>
            </a:pPr>
            <a:endParaRPr lang="ar-SA" sz="1200" dirty="0"/>
          </a:p>
        </p:txBody>
      </p:sp>
      <p:sp>
        <p:nvSpPr>
          <p:cNvPr id="359" name="Dot 359">
            <a:extLst>
              <a:ext uri="{FF2B5EF4-FFF2-40B4-BE49-F238E27FC236}">
                <a16:creationId xmlns:a16="http://schemas.microsoft.com/office/drawing/2014/main" id="{02BD195E-AA4E-6962-A154-1C3D7EDD4D71}"/>
              </a:ext>
            </a:extLst>
          </p:cNvPr>
          <p:cNvSpPr/>
          <p:nvPr/>
        </p:nvSpPr>
        <p:spPr>
          <a:xfrm>
            <a:off x="4005073" y="1435608"/>
            <a:ext cx="109728" cy="109728"/>
          </a:xfrm>
          <a:prstGeom prst="ellipse">
            <a:avLst/>
          </a:prstGeom>
          <a:gradFill rotWithShape="1">
            <a:gsLst>
              <a:gs pos="0">
                <a:srgbClr val="8F82F5"/>
              </a:gs>
              <a:gs pos="100000">
                <a:srgbClr val="FF4D6D"/>
              </a:gs>
            </a:gsLst>
            <a:lin ang="2700000" scaled="0"/>
          </a:gradFill>
          <a:ln>
            <a:noFill/>
          </a:ln>
        </p:spPr>
        <p:txBody>
          <a:bodyPr wrap="square" lIns="0" tIns="0" rIns="0" bIns="0" rtlCol="0" anchor="t">
            <a:noAutofit/>
          </a:bodyPr>
          <a:lstStyle/>
          <a:p>
            <a:pPr marL="0" marR="0" indent="0" algn="l" rtl="0">
              <a:lnSpc>
                <a:spcPct val="110000"/>
              </a:lnSpc>
              <a:spcBef>
                <a:spcPts val="0"/>
              </a:spcBef>
              <a:spcAft>
                <a:spcPts val="0"/>
              </a:spcAft>
              <a:buClr>
                <a:srgbClr val="000000"/>
              </a:buClr>
              <a:buFont typeface="Arial"/>
              <a:buNone/>
            </a:pPr>
            <a:endParaRPr lang="ar-SA" sz="1200" dirty="0"/>
          </a:p>
        </p:txBody>
      </p:sp>
      <p:sp>
        <p:nvSpPr>
          <p:cNvPr id="360" name="Column title 360">
            <a:extLst>
              <a:ext uri="{FF2B5EF4-FFF2-40B4-BE49-F238E27FC236}">
                <a16:creationId xmlns:a16="http://schemas.microsoft.com/office/drawing/2014/main" id="{46B7FA87-9B65-AABB-888E-633BD34CFB78}"/>
              </a:ext>
            </a:extLst>
          </p:cNvPr>
          <p:cNvSpPr txBox="1"/>
          <p:nvPr/>
        </p:nvSpPr>
        <p:spPr>
          <a:xfrm>
            <a:off x="1821650" y="1325880"/>
            <a:ext cx="2078736" cy="329184"/>
          </a:xfrm>
          <a:prstGeom prst="rect">
            <a:avLst/>
          </a:prstGeom>
          <a:noFill/>
          <a:ln>
            <a:noFill/>
          </a:ln>
        </p:spPr>
        <p:txBody>
          <a:bodyPr wrap="square" lIns="0" tIns="0" rIns="0" bIns="0" rtlCol="0" anchor="ctr">
            <a:noAutofit/>
          </a:bodyPr>
          <a:lstStyle/>
          <a:p>
            <a:pPr algn="r" rtl="1">
              <a:lnSpc>
                <a:spcPct val="105000"/>
              </a:lnSpc>
              <a:spcAft>
                <a:spcPts val="800"/>
              </a:spcAft>
              <a:buClr>
                <a:srgbClr val="8F82F5"/>
              </a:buClr>
              <a:buSzPct val="100000"/>
            </a:pPr>
            <a:r>
              <a:rPr lang="ar-SA" sz="1600">
                <a:solidFill>
                  <a:srgbClr val="F5F5F8"/>
                </a:solidFill>
                <a:latin typeface="Tajawal"/>
                <a:ea typeface="Tajawal"/>
                <a:cs typeface="Tajawal"/>
              </a:rPr>
              <a:t>التكلفة التقديرية</a:t>
            </a:r>
          </a:p>
        </p:txBody>
      </p:sp>
      <p:sp>
        <p:nvSpPr>
          <p:cNvPr id="361" name="Column list 361">
            <a:extLst>
              <a:ext uri="{FF2B5EF4-FFF2-40B4-BE49-F238E27FC236}">
                <a16:creationId xmlns:a16="http://schemas.microsoft.com/office/drawing/2014/main" id="{DB11132D-38D8-D43D-503F-83CF7242A975}"/>
              </a:ext>
            </a:extLst>
          </p:cNvPr>
          <p:cNvSpPr txBox="1"/>
          <p:nvPr/>
        </p:nvSpPr>
        <p:spPr>
          <a:xfrm>
            <a:off x="457200" y="1692189"/>
            <a:ext cx="3677218" cy="2218486"/>
          </a:xfrm>
          <a:prstGeom prst="rect">
            <a:avLst/>
          </a:prstGeom>
          <a:noFill/>
          <a:ln>
            <a:noFill/>
          </a:ln>
        </p:spPr>
        <p:txBody>
          <a:bodyPr wrap="square" lIns="0" tIns="0" rIns="0" bIns="0" rtlCol="0" anchor="t">
            <a:noAutofit/>
          </a:bodyPr>
          <a:lstStyle/>
          <a:p>
            <a:pPr algn="r" rtl="1">
              <a:lnSpc>
                <a:spcPct val="105000"/>
              </a:lnSpc>
              <a:spcAft>
                <a:spcPts val="800"/>
              </a:spcAft>
              <a:buClr>
                <a:srgbClr val="8F82F5"/>
              </a:buClr>
              <a:buSzPct val="100000"/>
            </a:pPr>
            <a:r>
              <a:rPr lang="ar-SA" sz="1250">
                <a:solidFill>
                  <a:srgbClr val="F5F5F8"/>
                </a:solidFill>
                <a:latin typeface="Tajawal"/>
                <a:ea typeface="Tajawal"/>
                <a:cs typeface="Tajawal"/>
              </a:rPr>
              <a:t>تكلفة النموذج الأولي</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4,000 ريال سعودي</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تشمل:</a:t>
            </a:r>
            <a:r>
              <a:rPr lang="en-US" sz="1250">
                <a:solidFill>
                  <a:srgbClr val="F5F5F8"/>
                </a:solidFill>
                <a:latin typeface="Tajawal"/>
                <a:ea typeface="Tajawal"/>
                <a:cs typeface="Tajawal"/>
              </a:rPr>
              <a:t> </a:t>
            </a:r>
            <a:r>
              <a:rPr lang="ar-SA" sz="1250">
                <a:solidFill>
                  <a:srgbClr val="F5F5F8"/>
                </a:solidFill>
                <a:latin typeface="Tajawal"/>
                <a:ea typeface="Tajawal"/>
                <a:cs typeface="Tajawal"/>
              </a:rPr>
              <a:t>منصة الدرون والمحركات ومكونات الطيران.</a:t>
            </a:r>
          </a:p>
          <a:p>
            <a:pPr algn="r" rtl="1">
              <a:lnSpc>
                <a:spcPct val="105000"/>
              </a:lnSpc>
              <a:spcAft>
                <a:spcPts val="800"/>
              </a:spcAft>
              <a:buClr>
                <a:srgbClr val="8F82F5"/>
              </a:buClr>
              <a:buSzPct val="100000"/>
            </a:pPr>
            <a:r>
              <a:rPr lang="en-US" sz="1250">
                <a:solidFill>
                  <a:srgbClr val="F5F5F8"/>
                </a:solidFill>
                <a:latin typeface="Tajawal"/>
                <a:ea typeface="Tajawal"/>
                <a:cs typeface="Tajawal"/>
              </a:rPr>
              <a:t>Flight Controller </a:t>
            </a:r>
            <a:r>
              <a:rPr lang="ar-SA" sz="1250">
                <a:solidFill>
                  <a:srgbClr val="F5F5F8"/>
                </a:solidFill>
                <a:latin typeface="Tajawal"/>
                <a:ea typeface="Tajawal"/>
                <a:cs typeface="Tajawal"/>
              </a:rPr>
              <a:t>و</a:t>
            </a:r>
            <a:r>
              <a:rPr lang="en-US" sz="1250">
                <a:solidFill>
                  <a:srgbClr val="F5F5F8"/>
                </a:solidFill>
                <a:latin typeface="Tajawal"/>
                <a:ea typeface="Tajawal"/>
                <a:cs typeface="Tajawal"/>
              </a:rPr>
              <a:t>GPS.</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وحدة معالجة مثل </a:t>
            </a:r>
            <a:r>
              <a:rPr lang="en-US" sz="1250">
                <a:solidFill>
                  <a:srgbClr val="F5F5F8"/>
                </a:solidFill>
                <a:latin typeface="Tajawal"/>
                <a:ea typeface="Tajawal"/>
                <a:cs typeface="Tajawal"/>
              </a:rPr>
              <a:t>Jetson.</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الكاميرا</a:t>
            </a:r>
            <a:r>
              <a:rPr lang="en-US" sz="1250">
                <a:solidFill>
                  <a:srgbClr val="F5F5F8"/>
                </a:solidFill>
                <a:latin typeface="Tajawal"/>
                <a:ea typeface="Tajawal"/>
                <a:cs typeface="Tajawal"/>
              </a:rPr>
              <a:t>, </a:t>
            </a:r>
            <a:r>
              <a:rPr lang="ar-SA" sz="1250">
                <a:solidFill>
                  <a:srgbClr val="F5F5F8"/>
                </a:solidFill>
                <a:latin typeface="Tajawal"/>
                <a:ea typeface="Tajawal"/>
                <a:cs typeface="Tajawal"/>
              </a:rPr>
              <a:t>البطاريات</a:t>
            </a:r>
            <a:r>
              <a:rPr lang="en-US" sz="1250">
                <a:solidFill>
                  <a:srgbClr val="F5F5F8"/>
                </a:solidFill>
                <a:latin typeface="Tajawal"/>
                <a:ea typeface="Tajawal"/>
                <a:cs typeface="Tajawal"/>
              </a:rPr>
              <a:t>, </a:t>
            </a:r>
            <a:r>
              <a:rPr lang="ar-SA" sz="1250">
                <a:solidFill>
                  <a:srgbClr val="F5F5F8"/>
                </a:solidFill>
                <a:latin typeface="Tajawal"/>
                <a:ea typeface="Tajawal"/>
                <a:cs typeface="Tajawal"/>
              </a:rPr>
              <a:t>خفض التكلفة</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يعتمد المشروع على تقنيات مفتوحة المصدر مثل:</a:t>
            </a:r>
          </a:p>
          <a:p>
            <a:pPr algn="r" rtl="1">
              <a:lnSpc>
                <a:spcPct val="105000"/>
              </a:lnSpc>
              <a:spcAft>
                <a:spcPts val="800"/>
              </a:spcAft>
              <a:buClr>
                <a:srgbClr val="8F82F5"/>
              </a:buClr>
              <a:buSzPct val="100000"/>
            </a:pPr>
            <a:r>
              <a:rPr lang="en-US" sz="1250">
                <a:solidFill>
                  <a:srgbClr val="F5F5F8"/>
                </a:solidFill>
                <a:latin typeface="Tajawal"/>
                <a:ea typeface="Tajawal"/>
                <a:cs typeface="Tajawal"/>
              </a:rPr>
              <a:t>ROS 2 • PX4 • YOLO • Gazebo</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مما يقلل تكلفة البرمجيات والتراخيص، ويسهّل التوسع مستقبلًا.</a:t>
            </a:r>
          </a:p>
          <a:p>
            <a:pPr algn="r" rtl="1">
              <a:lnSpc>
                <a:spcPct val="105000"/>
              </a:lnSpc>
              <a:spcAft>
                <a:spcPts val="800"/>
              </a:spcAft>
              <a:buClr>
                <a:srgbClr val="8F82F5"/>
              </a:buClr>
              <a:buSzPct val="100000"/>
            </a:pPr>
            <a:r>
              <a:rPr lang="ar-SA" sz="1250">
                <a:solidFill>
                  <a:srgbClr val="F5F5F8"/>
                </a:solidFill>
                <a:latin typeface="Tajawal"/>
                <a:ea typeface="Tajawal"/>
                <a:cs typeface="Tajawal"/>
              </a:rPr>
              <a:t>معظم التكلفة تتركز في العتاد، بينما البنية البرمجية منخفضة التكلفة وقابلة لإعادة الاستخدام والتوسع.</a:t>
            </a:r>
            <a:endParaRPr lang="ar-SA" sz="1200" dirty="0"/>
          </a:p>
        </p:txBody>
      </p:sp>
    </p:spTree>
    <p:extLst>
      <p:ext uri="{BB962C8B-B14F-4D97-AF65-F5344CB8AC3E}">
        <p14:creationId xmlns:p14="http://schemas.microsoft.com/office/powerpoint/2010/main" val="116053144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fade">
                                      <p:cBhvr>
                                        <p:cTn id="7" dur="700"/>
                                        <p:tgtEl>
                                          <p:spTgt spid="348"/>
                                        </p:tgtEl>
                                      </p:cBhvr>
                                    </p:animEffect>
                                  </p:childTnLst>
                                </p:cTn>
                              </p:par>
                              <p:par>
                                <p:cTn id="8" presetID="42" presetClass="entr" presetSubtype="0" fill="hold" grpId="0" nodeType="withEffect">
                                  <p:stCondLst>
                                    <p:cond delay="150"/>
                                  </p:stCondLst>
                                  <p:childTnLst>
                                    <p:set>
                                      <p:cBhvr>
                                        <p:cTn id="9" dur="1" fill="hold">
                                          <p:stCondLst>
                                            <p:cond delay="0"/>
                                          </p:stCondLst>
                                        </p:cTn>
                                        <p:tgtEl>
                                          <p:spTgt spid="349"/>
                                        </p:tgtEl>
                                        <p:attrNameLst>
                                          <p:attrName>style.visibility</p:attrName>
                                        </p:attrNameLst>
                                      </p:cBhvr>
                                      <p:to>
                                        <p:strVal val="visible"/>
                                      </p:to>
                                    </p:set>
                                    <p:animEffect transition="in" filter="fade">
                                      <p:cBhvr>
                                        <p:cTn id="10" dur="600"/>
                                        <p:tgtEl>
                                          <p:spTgt spid="349"/>
                                        </p:tgtEl>
                                      </p:cBhvr>
                                    </p:animEffect>
                                    <p:anim calcmode="lin" valueType="num">
                                      <p:cBhvr>
                                        <p:cTn id="11" dur="600" fill="hold">
                                          <p:stCondLst>
                                            <p:cond delay="0"/>
                                          </p:stCondLst>
                                        </p:cTn>
                                        <p:tgtEl>
                                          <p:spTgt spid="349"/>
                                        </p:tgtEl>
                                        <p:attrNameLst>
                                          <p:attrName>ppt_x</p:attrName>
                                        </p:attrNameLst>
                                      </p:cBhvr>
                                      <p:tavLst>
                                        <p:tav tm="0">
                                          <p:val>
                                            <p:strVal val="#ppt_x"/>
                                          </p:val>
                                        </p:tav>
                                        <p:tav tm="100000">
                                          <p:val>
                                            <p:strVal val="#ppt_x"/>
                                          </p:val>
                                        </p:tav>
                                      </p:tavLst>
                                    </p:anim>
                                    <p:anim calcmode="lin" valueType="num">
                                      <p:cBhvr>
                                        <p:cTn id="12" dur="600" decel="100000" fill="hold">
                                          <p:stCondLst>
                                            <p:cond delay="0"/>
                                          </p:stCondLst>
                                        </p:cTn>
                                        <p:tgtEl>
                                          <p:spTgt spid="349"/>
                                        </p:tgtEl>
                                        <p:attrNameLst>
                                          <p:attrName>ppt_y</p:attrName>
                                        </p:attrNameLst>
                                      </p:cBhvr>
                                      <p:tavLst>
                                        <p:tav tm="0">
                                          <p:val>
                                            <p:strVal val="#ppt_y+0.04"/>
                                          </p:val>
                                        </p:tav>
                                        <p:tav tm="100000">
                                          <p:val>
                                            <p:strVal val="#ppt_y"/>
                                          </p:val>
                                        </p:tav>
                                      </p:tavLst>
                                    </p:anim>
                                  </p:childTnLst>
                                </p:cTn>
                              </p:par>
                              <p:par>
                                <p:cTn id="13" presetID="42" presetClass="entr" presetSubtype="0" fill="hold" grpId="0" nodeType="withEffect">
                                  <p:stCondLst>
                                    <p:cond delay="350"/>
                                  </p:stCondLst>
                                  <p:childTnLst>
                                    <p:set>
                                      <p:cBhvr>
                                        <p:cTn id="14" dur="1" fill="hold">
                                          <p:stCondLst>
                                            <p:cond delay="0"/>
                                          </p:stCondLst>
                                        </p:cTn>
                                        <p:tgtEl>
                                          <p:spTgt spid="350"/>
                                        </p:tgtEl>
                                        <p:attrNameLst>
                                          <p:attrName>style.visibility</p:attrName>
                                        </p:attrNameLst>
                                      </p:cBhvr>
                                      <p:to>
                                        <p:strVal val="visible"/>
                                      </p:to>
                                    </p:set>
                                    <p:animEffect transition="in" filter="fade">
                                      <p:cBhvr>
                                        <p:cTn id="15" dur="600"/>
                                        <p:tgtEl>
                                          <p:spTgt spid="350"/>
                                        </p:tgtEl>
                                      </p:cBhvr>
                                    </p:animEffect>
                                    <p:anim calcmode="lin" valueType="num">
                                      <p:cBhvr>
                                        <p:cTn id="16" dur="600" fill="hold">
                                          <p:stCondLst>
                                            <p:cond delay="0"/>
                                          </p:stCondLst>
                                        </p:cTn>
                                        <p:tgtEl>
                                          <p:spTgt spid="350"/>
                                        </p:tgtEl>
                                        <p:attrNameLst>
                                          <p:attrName>ppt_x</p:attrName>
                                        </p:attrNameLst>
                                      </p:cBhvr>
                                      <p:tavLst>
                                        <p:tav tm="0">
                                          <p:val>
                                            <p:strVal val="#ppt_x"/>
                                          </p:val>
                                        </p:tav>
                                        <p:tav tm="100000">
                                          <p:val>
                                            <p:strVal val="#ppt_x"/>
                                          </p:val>
                                        </p:tav>
                                      </p:tavLst>
                                    </p:anim>
                                    <p:anim calcmode="lin" valueType="num">
                                      <p:cBhvr>
                                        <p:cTn id="17" dur="600" decel="100000" fill="hold">
                                          <p:stCondLst>
                                            <p:cond delay="0"/>
                                          </p:stCondLst>
                                        </p:cTn>
                                        <p:tgtEl>
                                          <p:spTgt spid="350"/>
                                        </p:tgtEl>
                                        <p:attrNameLst>
                                          <p:attrName>ppt_y</p:attrName>
                                        </p:attrNameLst>
                                      </p:cBhvr>
                                      <p:tavLst>
                                        <p:tav tm="0">
                                          <p:val>
                                            <p:strVal val="#ppt_y+0.04"/>
                                          </p:val>
                                        </p:tav>
                                        <p:tav tm="100000">
                                          <p:val>
                                            <p:strVal val="#ppt_y"/>
                                          </p:val>
                                        </p:tav>
                                      </p:tavLst>
                                    </p:anim>
                                  </p:childTnLst>
                                </p:cTn>
                              </p:par>
                              <p:par>
                                <p:cTn id="18" presetID="42" presetClass="entr" presetSubtype="0" fill="hold" grpId="0" nodeType="withEffect">
                                  <p:stCondLst>
                                    <p:cond delay="350"/>
                                  </p:stCondLst>
                                  <p:childTnLst>
                                    <p:set>
                                      <p:cBhvr>
                                        <p:cTn id="19" dur="1" fill="hold">
                                          <p:stCondLst>
                                            <p:cond delay="0"/>
                                          </p:stCondLst>
                                        </p:cTn>
                                        <p:tgtEl>
                                          <p:spTgt spid="351"/>
                                        </p:tgtEl>
                                        <p:attrNameLst>
                                          <p:attrName>style.visibility</p:attrName>
                                        </p:attrNameLst>
                                      </p:cBhvr>
                                      <p:to>
                                        <p:strVal val="visible"/>
                                      </p:to>
                                    </p:set>
                                    <p:animEffect transition="in" filter="fade">
                                      <p:cBhvr>
                                        <p:cTn id="20" dur="600"/>
                                        <p:tgtEl>
                                          <p:spTgt spid="351"/>
                                        </p:tgtEl>
                                      </p:cBhvr>
                                    </p:animEffect>
                                    <p:anim calcmode="lin" valueType="num">
                                      <p:cBhvr>
                                        <p:cTn id="21" dur="600" fill="hold">
                                          <p:stCondLst>
                                            <p:cond delay="0"/>
                                          </p:stCondLst>
                                        </p:cTn>
                                        <p:tgtEl>
                                          <p:spTgt spid="351"/>
                                        </p:tgtEl>
                                        <p:attrNameLst>
                                          <p:attrName>ppt_x</p:attrName>
                                        </p:attrNameLst>
                                      </p:cBhvr>
                                      <p:tavLst>
                                        <p:tav tm="0">
                                          <p:val>
                                            <p:strVal val="#ppt_x"/>
                                          </p:val>
                                        </p:tav>
                                        <p:tav tm="100000">
                                          <p:val>
                                            <p:strVal val="#ppt_x"/>
                                          </p:val>
                                        </p:tav>
                                      </p:tavLst>
                                    </p:anim>
                                    <p:anim calcmode="lin" valueType="num">
                                      <p:cBhvr>
                                        <p:cTn id="22" dur="600" decel="100000" fill="hold">
                                          <p:stCondLst>
                                            <p:cond delay="0"/>
                                          </p:stCondLst>
                                        </p:cTn>
                                        <p:tgtEl>
                                          <p:spTgt spid="351"/>
                                        </p:tgtEl>
                                        <p:attrNameLst>
                                          <p:attrName>ppt_y</p:attrName>
                                        </p:attrNameLst>
                                      </p:cBhvr>
                                      <p:tavLst>
                                        <p:tav tm="0">
                                          <p:val>
                                            <p:strVal val="#ppt_y+0.04"/>
                                          </p:val>
                                        </p:tav>
                                        <p:tav tm="100000">
                                          <p:val>
                                            <p:strVal val="#ppt_y"/>
                                          </p:val>
                                        </p:tav>
                                      </p:tavLst>
                                    </p:anim>
                                  </p:childTnLst>
                                </p:cTn>
                              </p:par>
                              <p:par>
                                <p:cTn id="23" presetID="42" presetClass="entr" presetSubtype="0" fill="hold" grpId="0" nodeType="withEffect">
                                  <p:stCondLst>
                                    <p:cond delay="350"/>
                                  </p:stCondLst>
                                  <p:childTnLst>
                                    <p:set>
                                      <p:cBhvr>
                                        <p:cTn id="24" dur="1" fill="hold">
                                          <p:stCondLst>
                                            <p:cond delay="0"/>
                                          </p:stCondLst>
                                        </p:cTn>
                                        <p:tgtEl>
                                          <p:spTgt spid="352"/>
                                        </p:tgtEl>
                                        <p:attrNameLst>
                                          <p:attrName>style.visibility</p:attrName>
                                        </p:attrNameLst>
                                      </p:cBhvr>
                                      <p:to>
                                        <p:strVal val="visible"/>
                                      </p:to>
                                    </p:set>
                                    <p:animEffect transition="in" filter="fade">
                                      <p:cBhvr>
                                        <p:cTn id="25" dur="600"/>
                                        <p:tgtEl>
                                          <p:spTgt spid="352"/>
                                        </p:tgtEl>
                                      </p:cBhvr>
                                    </p:animEffect>
                                    <p:anim calcmode="lin" valueType="num">
                                      <p:cBhvr>
                                        <p:cTn id="26" dur="600" fill="hold">
                                          <p:stCondLst>
                                            <p:cond delay="0"/>
                                          </p:stCondLst>
                                        </p:cTn>
                                        <p:tgtEl>
                                          <p:spTgt spid="352"/>
                                        </p:tgtEl>
                                        <p:attrNameLst>
                                          <p:attrName>ppt_x</p:attrName>
                                        </p:attrNameLst>
                                      </p:cBhvr>
                                      <p:tavLst>
                                        <p:tav tm="0">
                                          <p:val>
                                            <p:strVal val="#ppt_x"/>
                                          </p:val>
                                        </p:tav>
                                        <p:tav tm="100000">
                                          <p:val>
                                            <p:strVal val="#ppt_x"/>
                                          </p:val>
                                        </p:tav>
                                      </p:tavLst>
                                    </p:anim>
                                    <p:anim calcmode="lin" valueType="num">
                                      <p:cBhvr>
                                        <p:cTn id="27" dur="600" decel="100000" fill="hold">
                                          <p:stCondLst>
                                            <p:cond delay="0"/>
                                          </p:stCondLst>
                                        </p:cTn>
                                        <p:tgtEl>
                                          <p:spTgt spid="352"/>
                                        </p:tgtEl>
                                        <p:attrNameLst>
                                          <p:attrName>ppt_y</p:attrName>
                                        </p:attrNameLst>
                                      </p:cBhvr>
                                      <p:tavLst>
                                        <p:tav tm="0">
                                          <p:val>
                                            <p:strVal val="#ppt_y+0.04"/>
                                          </p:val>
                                        </p:tav>
                                        <p:tav tm="100000">
                                          <p:val>
                                            <p:strVal val="#ppt_y"/>
                                          </p:val>
                                        </p:tav>
                                      </p:tavLst>
                                    </p:anim>
                                  </p:childTnLst>
                                </p:cTn>
                              </p:par>
                              <p:par>
                                <p:cTn id="28" presetID="42" presetClass="entr" presetSubtype="0" fill="hold" grpId="0" nodeType="withEffect">
                                  <p:stCondLst>
                                    <p:cond delay="350"/>
                                  </p:stCondLst>
                                  <p:childTnLst>
                                    <p:set>
                                      <p:cBhvr>
                                        <p:cTn id="29" dur="1" fill="hold">
                                          <p:stCondLst>
                                            <p:cond delay="0"/>
                                          </p:stCondLst>
                                        </p:cTn>
                                        <p:tgtEl>
                                          <p:spTgt spid="353"/>
                                        </p:tgtEl>
                                        <p:attrNameLst>
                                          <p:attrName>style.visibility</p:attrName>
                                        </p:attrNameLst>
                                      </p:cBhvr>
                                      <p:to>
                                        <p:strVal val="visible"/>
                                      </p:to>
                                    </p:set>
                                    <p:animEffect transition="in" filter="fade">
                                      <p:cBhvr>
                                        <p:cTn id="30" dur="600"/>
                                        <p:tgtEl>
                                          <p:spTgt spid="353"/>
                                        </p:tgtEl>
                                      </p:cBhvr>
                                    </p:animEffect>
                                    <p:anim calcmode="lin" valueType="num">
                                      <p:cBhvr>
                                        <p:cTn id="31" dur="600" fill="hold">
                                          <p:stCondLst>
                                            <p:cond delay="0"/>
                                          </p:stCondLst>
                                        </p:cTn>
                                        <p:tgtEl>
                                          <p:spTgt spid="353"/>
                                        </p:tgtEl>
                                        <p:attrNameLst>
                                          <p:attrName>ppt_x</p:attrName>
                                        </p:attrNameLst>
                                      </p:cBhvr>
                                      <p:tavLst>
                                        <p:tav tm="0">
                                          <p:val>
                                            <p:strVal val="#ppt_x"/>
                                          </p:val>
                                        </p:tav>
                                        <p:tav tm="100000">
                                          <p:val>
                                            <p:strVal val="#ppt_x"/>
                                          </p:val>
                                        </p:tav>
                                      </p:tavLst>
                                    </p:anim>
                                    <p:anim calcmode="lin" valueType="num">
                                      <p:cBhvr>
                                        <p:cTn id="32" dur="600" decel="100000" fill="hold">
                                          <p:stCondLst>
                                            <p:cond delay="0"/>
                                          </p:stCondLst>
                                        </p:cTn>
                                        <p:tgtEl>
                                          <p:spTgt spid="353"/>
                                        </p:tgtEl>
                                        <p:attrNameLst>
                                          <p:attrName>ppt_y</p:attrName>
                                        </p:attrNameLst>
                                      </p:cBhvr>
                                      <p:tavLst>
                                        <p:tav tm="0">
                                          <p:val>
                                            <p:strVal val="#ppt_y+0.04"/>
                                          </p:val>
                                        </p:tav>
                                        <p:tav tm="100000">
                                          <p:val>
                                            <p:strVal val="#ppt_y"/>
                                          </p:val>
                                        </p:tav>
                                      </p:tavLst>
                                    </p:anim>
                                  </p:childTnLst>
                                </p:cTn>
                              </p:par>
                              <p:par>
                                <p:cTn id="33" presetID="42" presetClass="entr" presetSubtype="0" fill="hold" grpId="0" nodeType="withEffect" nodePh="1">
                                  <p:stCondLst>
                                    <p:cond delay="510"/>
                                  </p:stCondLst>
                                  <p:endCondLst>
                                    <p:cond evt="begin" delay="0">
                                      <p:tn val="33"/>
                                    </p:cond>
                                  </p:endCondLst>
                                  <p:childTnLst>
                                    <p:set>
                                      <p:cBhvr>
                                        <p:cTn id="34" dur="1" fill="hold">
                                          <p:stCondLst>
                                            <p:cond delay="0"/>
                                          </p:stCondLst>
                                        </p:cTn>
                                        <p:tgtEl>
                                          <p:spTgt spid="356"/>
                                        </p:tgtEl>
                                        <p:attrNameLst>
                                          <p:attrName>style.visibility</p:attrName>
                                        </p:attrNameLst>
                                      </p:cBhvr>
                                      <p:to>
                                        <p:strVal val="visible"/>
                                      </p:to>
                                    </p:set>
                                    <p:animEffect transition="in" filter="fade">
                                      <p:cBhvr>
                                        <p:cTn id="35" dur="600"/>
                                        <p:tgtEl>
                                          <p:spTgt spid="356"/>
                                        </p:tgtEl>
                                      </p:cBhvr>
                                    </p:animEffect>
                                    <p:anim calcmode="lin" valueType="num">
                                      <p:cBhvr>
                                        <p:cTn id="36" dur="600" fill="hold">
                                          <p:stCondLst>
                                            <p:cond delay="0"/>
                                          </p:stCondLst>
                                        </p:cTn>
                                        <p:tgtEl>
                                          <p:spTgt spid="356"/>
                                        </p:tgtEl>
                                        <p:attrNameLst>
                                          <p:attrName>ppt_x</p:attrName>
                                        </p:attrNameLst>
                                      </p:cBhvr>
                                      <p:tavLst>
                                        <p:tav tm="0">
                                          <p:val>
                                            <p:strVal val="#ppt_x"/>
                                          </p:val>
                                        </p:tav>
                                        <p:tav tm="100000">
                                          <p:val>
                                            <p:strVal val="#ppt_x"/>
                                          </p:val>
                                        </p:tav>
                                      </p:tavLst>
                                    </p:anim>
                                    <p:anim calcmode="lin" valueType="num">
                                      <p:cBhvr>
                                        <p:cTn id="37" dur="600" decel="100000" fill="hold">
                                          <p:stCondLst>
                                            <p:cond delay="0"/>
                                          </p:stCondLst>
                                        </p:cTn>
                                        <p:tgtEl>
                                          <p:spTgt spid="356"/>
                                        </p:tgtEl>
                                        <p:attrNameLst>
                                          <p:attrName>ppt_y</p:attrName>
                                        </p:attrNameLst>
                                      </p:cBhvr>
                                      <p:tavLst>
                                        <p:tav tm="0">
                                          <p:val>
                                            <p:strVal val="#ppt_y+0.04"/>
                                          </p:val>
                                        </p:tav>
                                        <p:tav tm="100000">
                                          <p:val>
                                            <p:strVal val="#ppt_y"/>
                                          </p:val>
                                        </p:tav>
                                      </p:tavLst>
                                    </p:anim>
                                  </p:childTnLst>
                                </p:cTn>
                              </p:par>
                              <p:par>
                                <p:cTn id="38" presetID="42" presetClass="entr" presetSubtype="0" fill="hold" grpId="0" nodeType="withEffect">
                                  <p:stCondLst>
                                    <p:cond delay="670"/>
                                  </p:stCondLst>
                                  <p:childTnLst>
                                    <p:set>
                                      <p:cBhvr>
                                        <p:cTn id="39" dur="1" fill="hold">
                                          <p:stCondLst>
                                            <p:cond delay="0"/>
                                          </p:stCondLst>
                                        </p:cTn>
                                        <p:tgtEl>
                                          <p:spTgt spid="358"/>
                                        </p:tgtEl>
                                        <p:attrNameLst>
                                          <p:attrName>style.visibility</p:attrName>
                                        </p:attrNameLst>
                                      </p:cBhvr>
                                      <p:to>
                                        <p:strVal val="visible"/>
                                      </p:to>
                                    </p:set>
                                    <p:animEffect transition="in" filter="fade">
                                      <p:cBhvr>
                                        <p:cTn id="40" dur="600"/>
                                        <p:tgtEl>
                                          <p:spTgt spid="358"/>
                                        </p:tgtEl>
                                      </p:cBhvr>
                                    </p:animEffect>
                                    <p:anim calcmode="lin" valueType="num">
                                      <p:cBhvr>
                                        <p:cTn id="41" dur="600" fill="hold">
                                          <p:stCondLst>
                                            <p:cond delay="0"/>
                                          </p:stCondLst>
                                        </p:cTn>
                                        <p:tgtEl>
                                          <p:spTgt spid="358"/>
                                        </p:tgtEl>
                                        <p:attrNameLst>
                                          <p:attrName>ppt_x</p:attrName>
                                        </p:attrNameLst>
                                      </p:cBhvr>
                                      <p:tavLst>
                                        <p:tav tm="0">
                                          <p:val>
                                            <p:strVal val="#ppt_x"/>
                                          </p:val>
                                        </p:tav>
                                        <p:tav tm="100000">
                                          <p:val>
                                            <p:strVal val="#ppt_x"/>
                                          </p:val>
                                        </p:tav>
                                      </p:tavLst>
                                    </p:anim>
                                    <p:anim calcmode="lin" valueType="num">
                                      <p:cBhvr>
                                        <p:cTn id="42" dur="600" decel="100000" fill="hold">
                                          <p:stCondLst>
                                            <p:cond delay="0"/>
                                          </p:stCondLst>
                                        </p:cTn>
                                        <p:tgtEl>
                                          <p:spTgt spid="358"/>
                                        </p:tgtEl>
                                        <p:attrNameLst>
                                          <p:attrName>ppt_y</p:attrName>
                                        </p:attrNameLst>
                                      </p:cBhvr>
                                      <p:tavLst>
                                        <p:tav tm="0">
                                          <p:val>
                                            <p:strVal val="#ppt_y+0.04"/>
                                          </p:val>
                                        </p:tav>
                                        <p:tav tm="100000">
                                          <p:val>
                                            <p:strVal val="#ppt_y"/>
                                          </p:val>
                                        </p:tav>
                                      </p:tavLst>
                                    </p:anim>
                                  </p:childTnLst>
                                </p:cTn>
                              </p:par>
                              <p:par>
                                <p:cTn id="43" presetID="42" presetClass="entr" presetSubtype="0" fill="hold" grpId="0" nodeType="withEffect">
                                  <p:stCondLst>
                                    <p:cond delay="670"/>
                                  </p:stCondLst>
                                  <p:childTnLst>
                                    <p:set>
                                      <p:cBhvr>
                                        <p:cTn id="44" dur="1" fill="hold">
                                          <p:stCondLst>
                                            <p:cond delay="0"/>
                                          </p:stCondLst>
                                        </p:cTn>
                                        <p:tgtEl>
                                          <p:spTgt spid="359"/>
                                        </p:tgtEl>
                                        <p:attrNameLst>
                                          <p:attrName>style.visibility</p:attrName>
                                        </p:attrNameLst>
                                      </p:cBhvr>
                                      <p:to>
                                        <p:strVal val="visible"/>
                                      </p:to>
                                    </p:set>
                                    <p:animEffect transition="in" filter="fade">
                                      <p:cBhvr>
                                        <p:cTn id="45" dur="600"/>
                                        <p:tgtEl>
                                          <p:spTgt spid="359"/>
                                        </p:tgtEl>
                                      </p:cBhvr>
                                    </p:animEffect>
                                    <p:anim calcmode="lin" valueType="num">
                                      <p:cBhvr>
                                        <p:cTn id="46" dur="600" fill="hold">
                                          <p:stCondLst>
                                            <p:cond delay="0"/>
                                          </p:stCondLst>
                                        </p:cTn>
                                        <p:tgtEl>
                                          <p:spTgt spid="359"/>
                                        </p:tgtEl>
                                        <p:attrNameLst>
                                          <p:attrName>ppt_x</p:attrName>
                                        </p:attrNameLst>
                                      </p:cBhvr>
                                      <p:tavLst>
                                        <p:tav tm="0">
                                          <p:val>
                                            <p:strVal val="#ppt_x"/>
                                          </p:val>
                                        </p:tav>
                                        <p:tav tm="100000">
                                          <p:val>
                                            <p:strVal val="#ppt_x"/>
                                          </p:val>
                                        </p:tav>
                                      </p:tavLst>
                                    </p:anim>
                                    <p:anim calcmode="lin" valueType="num">
                                      <p:cBhvr>
                                        <p:cTn id="47" dur="600" decel="100000" fill="hold">
                                          <p:stCondLst>
                                            <p:cond delay="0"/>
                                          </p:stCondLst>
                                        </p:cTn>
                                        <p:tgtEl>
                                          <p:spTgt spid="359"/>
                                        </p:tgtEl>
                                        <p:attrNameLst>
                                          <p:attrName>ppt_y</p:attrName>
                                        </p:attrNameLst>
                                      </p:cBhvr>
                                      <p:tavLst>
                                        <p:tav tm="0">
                                          <p:val>
                                            <p:strVal val="#ppt_y+0.04"/>
                                          </p:val>
                                        </p:tav>
                                        <p:tav tm="100000">
                                          <p:val>
                                            <p:strVal val="#ppt_y"/>
                                          </p:val>
                                        </p:tav>
                                      </p:tavLst>
                                    </p:anim>
                                  </p:childTnLst>
                                </p:cTn>
                              </p:par>
                              <p:par>
                                <p:cTn id="48" presetID="42" presetClass="entr" presetSubtype="0" fill="hold" grpId="0" nodeType="withEffect">
                                  <p:stCondLst>
                                    <p:cond delay="670"/>
                                  </p:stCondLst>
                                  <p:childTnLst>
                                    <p:set>
                                      <p:cBhvr>
                                        <p:cTn id="49" dur="1" fill="hold">
                                          <p:stCondLst>
                                            <p:cond delay="0"/>
                                          </p:stCondLst>
                                        </p:cTn>
                                        <p:tgtEl>
                                          <p:spTgt spid="360"/>
                                        </p:tgtEl>
                                        <p:attrNameLst>
                                          <p:attrName>style.visibility</p:attrName>
                                        </p:attrNameLst>
                                      </p:cBhvr>
                                      <p:to>
                                        <p:strVal val="visible"/>
                                      </p:to>
                                    </p:set>
                                    <p:animEffect transition="in" filter="fade">
                                      <p:cBhvr>
                                        <p:cTn id="50" dur="600"/>
                                        <p:tgtEl>
                                          <p:spTgt spid="360"/>
                                        </p:tgtEl>
                                      </p:cBhvr>
                                    </p:animEffect>
                                    <p:anim calcmode="lin" valueType="num">
                                      <p:cBhvr>
                                        <p:cTn id="51" dur="600" fill="hold">
                                          <p:stCondLst>
                                            <p:cond delay="0"/>
                                          </p:stCondLst>
                                        </p:cTn>
                                        <p:tgtEl>
                                          <p:spTgt spid="360"/>
                                        </p:tgtEl>
                                        <p:attrNameLst>
                                          <p:attrName>ppt_x</p:attrName>
                                        </p:attrNameLst>
                                      </p:cBhvr>
                                      <p:tavLst>
                                        <p:tav tm="0">
                                          <p:val>
                                            <p:strVal val="#ppt_x"/>
                                          </p:val>
                                        </p:tav>
                                        <p:tav tm="100000">
                                          <p:val>
                                            <p:strVal val="#ppt_x"/>
                                          </p:val>
                                        </p:tav>
                                      </p:tavLst>
                                    </p:anim>
                                    <p:anim calcmode="lin" valueType="num">
                                      <p:cBhvr>
                                        <p:cTn id="52" dur="600" decel="100000" fill="hold">
                                          <p:stCondLst>
                                            <p:cond delay="0"/>
                                          </p:stCondLst>
                                        </p:cTn>
                                        <p:tgtEl>
                                          <p:spTgt spid="360"/>
                                        </p:tgtEl>
                                        <p:attrNameLst>
                                          <p:attrName>ppt_y</p:attrName>
                                        </p:attrNameLst>
                                      </p:cBhvr>
                                      <p:tavLst>
                                        <p:tav tm="0">
                                          <p:val>
                                            <p:strVal val="#ppt_y+0.04"/>
                                          </p:val>
                                        </p:tav>
                                        <p:tav tm="100000">
                                          <p:val>
                                            <p:strVal val="#ppt_y"/>
                                          </p:val>
                                        </p:tav>
                                      </p:tavLst>
                                    </p:anim>
                                  </p:childTnLst>
                                </p:cTn>
                              </p:par>
                              <p:par>
                                <p:cTn id="53" presetID="42" presetClass="entr" presetSubtype="0" fill="hold" grpId="0" nodeType="withEffect">
                                  <p:stCondLst>
                                    <p:cond delay="670"/>
                                  </p:stCondLst>
                                  <p:childTnLst>
                                    <p:set>
                                      <p:cBhvr>
                                        <p:cTn id="54" dur="1" fill="hold">
                                          <p:stCondLst>
                                            <p:cond delay="0"/>
                                          </p:stCondLst>
                                        </p:cTn>
                                        <p:tgtEl>
                                          <p:spTgt spid="361"/>
                                        </p:tgtEl>
                                        <p:attrNameLst>
                                          <p:attrName>style.visibility</p:attrName>
                                        </p:attrNameLst>
                                      </p:cBhvr>
                                      <p:to>
                                        <p:strVal val="visible"/>
                                      </p:to>
                                    </p:set>
                                    <p:animEffect transition="in" filter="fade">
                                      <p:cBhvr>
                                        <p:cTn id="55" dur="600"/>
                                        <p:tgtEl>
                                          <p:spTgt spid="361"/>
                                        </p:tgtEl>
                                      </p:cBhvr>
                                    </p:animEffect>
                                    <p:anim calcmode="lin" valueType="num">
                                      <p:cBhvr>
                                        <p:cTn id="56" dur="600" fill="hold">
                                          <p:stCondLst>
                                            <p:cond delay="0"/>
                                          </p:stCondLst>
                                        </p:cTn>
                                        <p:tgtEl>
                                          <p:spTgt spid="361"/>
                                        </p:tgtEl>
                                        <p:attrNameLst>
                                          <p:attrName>ppt_x</p:attrName>
                                        </p:attrNameLst>
                                      </p:cBhvr>
                                      <p:tavLst>
                                        <p:tav tm="0">
                                          <p:val>
                                            <p:strVal val="#ppt_x"/>
                                          </p:val>
                                        </p:tav>
                                        <p:tav tm="100000">
                                          <p:val>
                                            <p:strVal val="#ppt_x"/>
                                          </p:val>
                                        </p:tav>
                                      </p:tavLst>
                                    </p:anim>
                                    <p:anim calcmode="lin" valueType="num">
                                      <p:cBhvr>
                                        <p:cTn id="57" dur="600" decel="100000" fill="hold">
                                          <p:stCondLst>
                                            <p:cond delay="0"/>
                                          </p:stCondLst>
                                        </p:cTn>
                                        <p:tgtEl>
                                          <p:spTgt spid="361"/>
                                        </p:tgtEl>
                                        <p:attrNameLst>
                                          <p:attrName>ppt_y</p:attrName>
                                        </p:attrNameLst>
                                      </p:cBhvr>
                                      <p:tavLst>
                                        <p:tav tm="0">
                                          <p:val>
                                            <p:strVal val="#ppt_y+0.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animBg="1"/>
      <p:bldP spid="349" grpId="0" animBg="1"/>
      <p:bldP spid="350" grpId="0" animBg="1"/>
      <p:bldP spid="351" grpId="0" animBg="1"/>
      <p:bldP spid="352" grpId="0" animBg="1"/>
      <p:bldP spid="353" grpId="0" animBg="1"/>
      <p:bldP spid="356" grpId="0" animBg="1"/>
      <p:bldP spid="358" grpId="0" animBg="1"/>
      <p:bldP spid="359" grpId="0" animBg="1"/>
      <p:bldP spid="360" grpId="0" animBg="1"/>
      <p:bldP spid="36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pic>
        <p:nvPicPr>
          <p:cNvPr id="364" name="Closing photo 364"/>
          <p:cNvPicPr>
            <a:picLocks noChangeAspect="1"/>
          </p:cNvPicPr>
          <p:nvPr/>
        </p:nvPicPr>
        <p:blipFill>
          <a:blip r:embed="rId4"/>
          <a:srcRect l="1000" t="11000" r="1000" b="11700"/>
          <a:stretch>
            <a:fillRect/>
          </a:stretch>
        </p:blipFill>
        <p:spPr>
          <a:xfrm>
            <a:off x="457200" y="457200"/>
            <a:ext cx="3108960" cy="4224528"/>
          </a:xfrm>
          <a:prstGeom prst="roundRect">
            <a:avLst>
              <a:gd name="adj" fmla="val 5882"/>
            </a:avLst>
          </a:prstGeom>
          <a:ln w="9525">
            <a:solidFill>
              <a:srgbClr val="FFFFFF">
                <a:alpha val="18000"/>
              </a:srgbClr>
            </a:solidFill>
          </a:ln>
        </p:spPr>
      </p:pic>
      <p:pic>
        <p:nvPicPr>
          <p:cNvPr id="365" name="Logo Expo 365"/>
          <p:cNvPicPr>
            <a:picLocks noChangeAspect="1"/>
          </p:cNvPicPr>
          <p:nvPr/>
        </p:nvPicPr>
        <p:blipFill>
          <a:blip r:embed="rId5"/>
          <a:srcRect l="14448" t="33687" r="14448" b="33690"/>
          <a:stretch>
            <a:fillRect/>
          </a:stretch>
        </p:blipFill>
        <p:spPr>
          <a:xfrm>
            <a:off x="5257800" y="475488"/>
            <a:ext cx="932688" cy="429768"/>
          </a:xfrm>
          <a:prstGeom prst="rect">
            <a:avLst/>
          </a:prstGeom>
          <a:ln>
            <a:noFill/>
          </a:ln>
        </p:spPr>
      </p:pic>
      <p:sp>
        <p:nvSpPr>
          <p:cNvPr id="366" name="Divider 366"/>
          <p:cNvSpPr/>
          <p:nvPr/>
        </p:nvSpPr>
        <p:spPr>
          <a:xfrm>
            <a:off x="6382512" y="475488"/>
            <a:ext cx="9144" cy="429768"/>
          </a:xfrm>
          <a:prstGeom prst="rect">
            <a:avLst/>
          </a:prstGeom>
          <a:solidFill>
            <a:srgbClr val="FFFFFF">
              <a:alpha val="25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367" name="Logo Misk 367"/>
          <p:cNvPicPr>
            <a:picLocks noChangeAspect="1"/>
          </p:cNvPicPr>
          <p:nvPr/>
        </p:nvPicPr>
        <p:blipFill>
          <a:blip r:embed="rId6"/>
          <a:stretch>
            <a:fillRect/>
          </a:stretch>
        </p:blipFill>
        <p:spPr>
          <a:xfrm>
            <a:off x="6565392" y="402336"/>
            <a:ext cx="1042416" cy="576072"/>
          </a:xfrm>
          <a:prstGeom prst="rect">
            <a:avLst/>
          </a:prstGeom>
          <a:ln>
            <a:noFill/>
          </a:ln>
        </p:spPr>
      </p:pic>
      <p:sp>
        <p:nvSpPr>
          <p:cNvPr id="368" name="Divider 368"/>
          <p:cNvSpPr/>
          <p:nvPr/>
        </p:nvSpPr>
        <p:spPr>
          <a:xfrm>
            <a:off x="7790688" y="475488"/>
            <a:ext cx="9144" cy="429768"/>
          </a:xfrm>
          <a:prstGeom prst="rect">
            <a:avLst/>
          </a:prstGeom>
          <a:solidFill>
            <a:srgbClr val="FFFFFF">
              <a:alpha val="25000"/>
            </a:srgbClr>
          </a:solidFill>
          <a:ln>
            <a:noFill/>
          </a:ln>
        </p:spPr>
        <p:txBody>
          <a:bodyPr wrap="square" lIns="0" tIns="0" rIns="0" bIns="0" rtlCol="0" anchor="t">
            <a:noAutofit/>
          </a:bodyPr>
          <a:lstStyle/>
          <a:p>
            <a:pPr marL="0" indent="0" algn="r" rtl="1">
              <a:lnSpc>
                <a:spcPct val="110000"/>
              </a:lnSpc>
              <a:spcBef>
                <a:spcPts val="0"/>
              </a:spcBef>
              <a:spcAft>
                <a:spcPts val="0"/>
              </a:spcAft>
              <a:buNone/>
            </a:pPr>
            <a:endParaRPr lang="ar-SA" sz="1200" dirty="0"/>
          </a:p>
        </p:txBody>
      </p:sp>
      <p:pic>
        <p:nvPicPr>
          <p:cNvPr id="369" name="Logo Tuwaiq 369"/>
          <p:cNvPicPr>
            <a:picLocks noChangeAspect="1"/>
          </p:cNvPicPr>
          <p:nvPr/>
        </p:nvPicPr>
        <p:blipFill>
          <a:blip r:embed="rId7"/>
          <a:stretch>
            <a:fillRect/>
          </a:stretch>
        </p:blipFill>
        <p:spPr>
          <a:xfrm>
            <a:off x="7973568" y="457200"/>
            <a:ext cx="713232" cy="466344"/>
          </a:xfrm>
          <a:prstGeom prst="rect">
            <a:avLst/>
          </a:prstGeom>
          <a:ln>
            <a:noFill/>
          </a:ln>
        </p:spPr>
      </p:pic>
      <p:sp>
        <p:nvSpPr>
          <p:cNvPr id="362" name="Thanks 362"/>
          <p:cNvSpPr txBox="1"/>
          <p:nvPr/>
        </p:nvSpPr>
        <p:spPr>
          <a:xfrm>
            <a:off x="2743200" y="1600200"/>
            <a:ext cx="5943600" cy="1280160"/>
          </a:xfrm>
          <a:prstGeom prst="rect">
            <a:avLst/>
          </a:prstGeom>
          <a:noFill/>
          <a:ln>
            <a:noFill/>
          </a:ln>
        </p:spPr>
        <p:txBody>
          <a:bodyPr wrap="square" lIns="0" tIns="0" rIns="0" bIns="0" rtlCol="0" anchor="ctr">
            <a:noAutofit/>
          </a:bodyPr>
          <a:lstStyle/>
          <a:p>
            <a:pPr marL="0" indent="0" algn="r" rtl="1">
              <a:lnSpc>
                <a:spcPct val="90000"/>
              </a:lnSpc>
              <a:spcBef>
                <a:spcPts val="0"/>
              </a:spcBef>
              <a:spcAft>
                <a:spcPts val="0"/>
              </a:spcAft>
              <a:buNone/>
            </a:pPr>
            <a:r>
              <a:rPr lang="ar-SA" sz="7900" b="1" dirty="0">
                <a:solidFill>
                  <a:srgbClr val="F5F5F8"/>
                </a:solidFill>
                <a:latin typeface="Tajawal"/>
                <a:ea typeface="Tajawal"/>
                <a:cs typeface="Tajawal"/>
              </a:rPr>
              <a:t>شكراً</a:t>
            </a:r>
            <a:endParaRPr lang="ar-SA" sz="1200" dirty="0"/>
          </a:p>
        </p:txBody>
      </p:sp>
      <p:sp>
        <p:nvSpPr>
          <p:cNvPr id="363" name="Brand 363"/>
          <p:cNvSpPr txBox="1"/>
          <p:nvPr/>
        </p:nvSpPr>
        <p:spPr>
          <a:xfrm>
            <a:off x="2743200" y="2880360"/>
            <a:ext cx="5943600" cy="365760"/>
          </a:xfrm>
          <a:prstGeom prst="rect">
            <a:avLst/>
          </a:prstGeom>
          <a:noFill/>
          <a:ln>
            <a:noFill/>
          </a:ln>
        </p:spPr>
        <p:txBody>
          <a:bodyPr wrap="square" lIns="0" tIns="0" rIns="0" bIns="0" rtlCol="0" anchor="ctr">
            <a:noAutofit/>
          </a:bodyPr>
          <a:lstStyle/>
          <a:p>
            <a:pPr marL="0" indent="0" algn="r" rtl="1">
              <a:lnSpc>
                <a:spcPct val="110000"/>
              </a:lnSpc>
              <a:spcBef>
                <a:spcPts val="0"/>
              </a:spcBef>
              <a:spcAft>
                <a:spcPts val="0"/>
              </a:spcAft>
              <a:buNone/>
            </a:pPr>
            <a:r>
              <a:rPr lang="ar-SA" sz="2000" b="1" dirty="0">
                <a:solidFill>
                  <a:srgbClr val="8F82F5"/>
                </a:solidFill>
                <a:latin typeface="Tajawal"/>
                <a:ea typeface="Tajawal"/>
                <a:cs typeface="Tajawal"/>
              </a:rPr>
              <a:t>سابق</a:t>
            </a:r>
            <a:r>
              <a:rPr lang="ar-SA" sz="2000" b="0" dirty="0">
                <a:solidFill>
                  <a:srgbClr val="8C89A6"/>
                </a:solidFill>
                <a:latin typeface="Tajawal"/>
                <a:ea typeface="Tajawal"/>
                <a:cs typeface="Tajawal"/>
              </a:rPr>
              <a:t>  |  </a:t>
            </a:r>
            <a:r>
              <a:rPr lang="en-US" sz="2000" b="1" dirty="0">
                <a:solidFill>
                  <a:srgbClr val="8F82F5"/>
                </a:solidFill>
                <a:latin typeface="Tajawal"/>
                <a:ea typeface="Tajawal"/>
                <a:cs typeface="Tajawal"/>
              </a:rPr>
              <a:t>SABEQ</a:t>
            </a:r>
            <a:endParaRPr lang="ar-SA"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5"/>
                                        </p:tgtEl>
                                        <p:attrNameLst>
                                          <p:attrName>style.visibility</p:attrName>
                                        </p:attrNameLst>
                                      </p:cBhvr>
                                      <p:to>
                                        <p:strVal val="visible"/>
                                      </p:to>
                                    </p:set>
                                    <p:animEffect transition="in" filter="fade">
                                      <p:cBhvr>
                                        <p:cTn id="7" dur="700"/>
                                        <p:tgtEl>
                                          <p:spTgt spid="3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6"/>
                                        </p:tgtEl>
                                        <p:attrNameLst>
                                          <p:attrName>style.visibility</p:attrName>
                                        </p:attrNameLst>
                                      </p:cBhvr>
                                      <p:to>
                                        <p:strVal val="visible"/>
                                      </p:to>
                                    </p:set>
                                    <p:animEffect transition="in" filter="fade">
                                      <p:cBhvr>
                                        <p:cTn id="10" dur="700"/>
                                        <p:tgtEl>
                                          <p:spTgt spid="36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67"/>
                                        </p:tgtEl>
                                        <p:attrNameLst>
                                          <p:attrName>style.visibility</p:attrName>
                                        </p:attrNameLst>
                                      </p:cBhvr>
                                      <p:to>
                                        <p:strVal val="visible"/>
                                      </p:to>
                                    </p:set>
                                    <p:animEffect transition="in" filter="fade">
                                      <p:cBhvr>
                                        <p:cTn id="13" dur="700"/>
                                        <p:tgtEl>
                                          <p:spTgt spid="36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68"/>
                                        </p:tgtEl>
                                        <p:attrNameLst>
                                          <p:attrName>style.visibility</p:attrName>
                                        </p:attrNameLst>
                                      </p:cBhvr>
                                      <p:to>
                                        <p:strVal val="visible"/>
                                      </p:to>
                                    </p:set>
                                    <p:animEffect transition="in" filter="fade">
                                      <p:cBhvr>
                                        <p:cTn id="16" dur="700"/>
                                        <p:tgtEl>
                                          <p:spTgt spid="36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69"/>
                                        </p:tgtEl>
                                        <p:attrNameLst>
                                          <p:attrName>style.visibility</p:attrName>
                                        </p:attrNameLst>
                                      </p:cBhvr>
                                      <p:to>
                                        <p:strVal val="visible"/>
                                      </p:to>
                                    </p:set>
                                    <p:animEffect transition="in" filter="fade">
                                      <p:cBhvr>
                                        <p:cTn id="19" dur="700"/>
                                        <p:tgtEl>
                                          <p:spTgt spid="369"/>
                                        </p:tgtEl>
                                      </p:cBhvr>
                                    </p:animEffect>
                                  </p:childTnLst>
                                </p:cTn>
                              </p:par>
                              <p:par>
                                <p:cTn id="20" presetID="42" presetClass="entr" presetSubtype="0" fill="hold" grpId="0" nodeType="withEffect">
                                  <p:stCondLst>
                                    <p:cond delay="150"/>
                                  </p:stCondLst>
                                  <p:childTnLst>
                                    <p:set>
                                      <p:cBhvr>
                                        <p:cTn id="21" dur="1" fill="hold">
                                          <p:stCondLst>
                                            <p:cond delay="0"/>
                                          </p:stCondLst>
                                        </p:cTn>
                                        <p:tgtEl>
                                          <p:spTgt spid="362"/>
                                        </p:tgtEl>
                                        <p:attrNameLst>
                                          <p:attrName>style.visibility</p:attrName>
                                        </p:attrNameLst>
                                      </p:cBhvr>
                                      <p:to>
                                        <p:strVal val="visible"/>
                                      </p:to>
                                    </p:set>
                                    <p:animEffect transition="in" filter="fade">
                                      <p:cBhvr>
                                        <p:cTn id="22" dur="600"/>
                                        <p:tgtEl>
                                          <p:spTgt spid="362"/>
                                        </p:tgtEl>
                                      </p:cBhvr>
                                    </p:animEffect>
                                    <p:anim calcmode="lin" valueType="num">
                                      <p:cBhvr>
                                        <p:cTn id="23" dur="600" fill="hold">
                                          <p:stCondLst>
                                            <p:cond delay="0"/>
                                          </p:stCondLst>
                                        </p:cTn>
                                        <p:tgtEl>
                                          <p:spTgt spid="362"/>
                                        </p:tgtEl>
                                        <p:attrNameLst>
                                          <p:attrName>ppt_x</p:attrName>
                                        </p:attrNameLst>
                                      </p:cBhvr>
                                      <p:tavLst>
                                        <p:tav tm="0">
                                          <p:val>
                                            <p:strVal val="#ppt_x"/>
                                          </p:val>
                                        </p:tav>
                                        <p:tav tm="100000">
                                          <p:val>
                                            <p:strVal val="#ppt_x"/>
                                          </p:val>
                                        </p:tav>
                                      </p:tavLst>
                                    </p:anim>
                                    <p:anim calcmode="lin" valueType="num">
                                      <p:cBhvr>
                                        <p:cTn id="24" dur="600" decel="100000" fill="hold">
                                          <p:stCondLst>
                                            <p:cond delay="0"/>
                                          </p:stCondLst>
                                        </p:cTn>
                                        <p:tgtEl>
                                          <p:spTgt spid="362"/>
                                        </p:tgtEl>
                                        <p:attrNameLst>
                                          <p:attrName>ppt_y</p:attrName>
                                        </p:attrNameLst>
                                      </p:cBhvr>
                                      <p:tavLst>
                                        <p:tav tm="0">
                                          <p:val>
                                            <p:strVal val="#ppt_y+0.04"/>
                                          </p:val>
                                        </p:tav>
                                        <p:tav tm="100000">
                                          <p:val>
                                            <p:strVal val="#ppt_y"/>
                                          </p:val>
                                        </p:tav>
                                      </p:tavLst>
                                    </p:anim>
                                  </p:childTnLst>
                                </p:cTn>
                              </p:par>
                              <p:par>
                                <p:cTn id="25" presetID="10" presetClass="entr" presetSubtype="0" fill="hold" grpId="0" nodeType="withEffect">
                                  <p:stCondLst>
                                    <p:cond delay="450"/>
                                  </p:stCondLst>
                                  <p:childTnLst>
                                    <p:set>
                                      <p:cBhvr>
                                        <p:cTn id="26" dur="1" fill="hold">
                                          <p:stCondLst>
                                            <p:cond delay="0"/>
                                          </p:stCondLst>
                                        </p:cTn>
                                        <p:tgtEl>
                                          <p:spTgt spid="363"/>
                                        </p:tgtEl>
                                        <p:attrNameLst>
                                          <p:attrName>style.visibility</p:attrName>
                                        </p:attrNameLst>
                                      </p:cBhvr>
                                      <p:to>
                                        <p:strVal val="visible"/>
                                      </p:to>
                                    </p:set>
                                    <p:animEffect transition="in" filter="fade">
                                      <p:cBhvr>
                                        <p:cTn id="27" dur="700"/>
                                        <p:tgtEl>
                                          <p:spTgt spid="363"/>
                                        </p:tgtEl>
                                      </p:cBhvr>
                                    </p:animEffect>
                                  </p:childTnLst>
                                </p:cTn>
                              </p:par>
                              <p:par>
                                <p:cTn id="28" presetID="10" presetClass="entr" presetSubtype="0" fill="hold" grpId="0" nodeType="withEffect">
                                  <p:stCondLst>
                                    <p:cond delay="350"/>
                                  </p:stCondLst>
                                  <p:childTnLst>
                                    <p:set>
                                      <p:cBhvr>
                                        <p:cTn id="29" dur="1" fill="hold">
                                          <p:stCondLst>
                                            <p:cond delay="0"/>
                                          </p:stCondLst>
                                        </p:cTn>
                                        <p:tgtEl>
                                          <p:spTgt spid="364"/>
                                        </p:tgtEl>
                                        <p:attrNameLst>
                                          <p:attrName>style.visibility</p:attrName>
                                        </p:attrNameLst>
                                      </p:cBhvr>
                                      <p:to>
                                        <p:strVal val="visible"/>
                                      </p:to>
                                    </p:set>
                                    <p:animEffect transition="in" filter="fade">
                                      <p:cBhvr>
                                        <p:cTn id="30" dur="700"/>
                                        <p:tgtEl>
                                          <p:spTgt spid="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 grpId="0" animBg="1"/>
      <p:bldP spid="365" grpId="0" animBg="1"/>
      <p:bldP spid="366" grpId="0" animBg="1"/>
      <p:bldP spid="367" grpId="0" animBg="1"/>
      <p:bldP spid="368" grpId="0" animBg="1"/>
      <p:bldP spid="369" grpId="0" animBg="1"/>
      <p:bldP spid="362" grpId="0" animBg="1"/>
      <p:bldP spid="363" grpId="0" animBg="1"/>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Tajawal"/>
        <a:ea typeface=""/>
        <a:cs typeface="Tajawal"/>
        <a:font script="Jpan" typeface="ＭＳ Ｐゴシック"/>
        <a:font script="Hang" typeface="맑은 고딕"/>
        <a:font script="Hans" typeface="宋体"/>
        <a:font script="Hant" typeface="新細明體"/>
        <a:font script="Arab" typeface="Tajaw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ajawal"/>
        <a:ea typeface=""/>
        <a:cs typeface="Tajawal"/>
        <a:font script="Jpan" typeface="ＭＳ Ｐゴシック"/>
        <a:font script="Hang" typeface="맑은 고딕"/>
        <a:font script="Hans" typeface="宋体"/>
        <a:font script="Hant" typeface="新細明體"/>
        <a:font script="Arab" typeface="Tajaw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Tajawal"/>
        <a:ea typeface=""/>
        <a:cs typeface="Tajawal"/>
        <a:font script="Jpan" typeface="ＭＳ Ｐゴシック"/>
        <a:font script="Hang" typeface="맑은 고딕"/>
        <a:font script="Hans" typeface="宋体"/>
        <a:font script="Hant" typeface="新細明體"/>
        <a:font script="Arab" typeface="Tajaw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ajawal"/>
        <a:ea typeface=""/>
        <a:cs typeface="Tajawal"/>
        <a:font script="Jpan" typeface="ＭＳ Ｐゴシック"/>
        <a:font script="Hang" typeface="맑은 고딕"/>
        <a:font script="Hans" typeface="宋体"/>
        <a:font script="Hant" typeface="新細明體"/>
        <a:font script="Arab" typeface="Tajaw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1105</Words>
  <Application>Microsoft Macintosh PowerPoint</Application>
  <PresentationFormat>On-screen Show (16:9)</PresentationFormat>
  <Paragraphs>275</Paragraphs>
  <Slides>17</Slides>
  <Notes>17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Tahoma</vt:lpstr>
      <vt:lpstr>Tajawal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عبدلله النشوان ID 442105790</cp:lastModifiedBy>
  <cp:revision>6</cp:revision>
  <dcterms:modified xsi:type="dcterms:W3CDTF">2026-10-15T17:23:49Z</dcterms:modified>
</cp:coreProperties>
</file>